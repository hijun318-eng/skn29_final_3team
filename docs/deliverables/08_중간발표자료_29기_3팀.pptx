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43258a81c84e51" /><Relationship Type="http://schemas.openxmlformats.org/officeDocument/2006/relationships/extended-properties" Target="/docProps/app.xml" Id="Rac72230017334045" /><Relationship Type="http://schemas.openxmlformats.org/officeDocument/2006/relationships/officeDocument" Target="/ppt/presentation.xml" Id="R70a053bfc7614e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21a7ca2b14c17"/>
  </p:sldMasterIdLst>
  <p:notesMasterIdLst>
    <p:notesMasterId xmlns:r="http://schemas.openxmlformats.org/officeDocument/2006/relationships" r:id="R20362a4e67124a88"/>
  </p:notesMasterIdLst>
  <p:sldIdLst>
    <p:sldId xmlns:r="http://schemas.openxmlformats.org/officeDocument/2006/relationships" id="256" r:id="Rcd87cdf2c4ff4ee6"/>
    <p:sldId xmlns:r="http://schemas.openxmlformats.org/officeDocument/2006/relationships" id="257" r:id="Rbb1533afea894041"/>
    <p:sldId xmlns:r="http://schemas.openxmlformats.org/officeDocument/2006/relationships" id="258" r:id="R30a879c57e154643"/>
    <p:sldId xmlns:r="http://schemas.openxmlformats.org/officeDocument/2006/relationships" id="259" r:id="R989b66aac7e74774"/>
    <p:sldId xmlns:r="http://schemas.openxmlformats.org/officeDocument/2006/relationships" id="260" r:id="R433b0d894fcf4d0c"/>
    <p:sldId xmlns:r="http://schemas.openxmlformats.org/officeDocument/2006/relationships" id="261" r:id="R9308b9c00bf248bf"/>
    <p:sldId xmlns:r="http://schemas.openxmlformats.org/officeDocument/2006/relationships" id="262" r:id="Rb538f82af3da4766"/>
    <p:sldId xmlns:r="http://schemas.openxmlformats.org/officeDocument/2006/relationships" id="263" r:id="R51ecfac1c0e44a5a"/>
    <p:sldId xmlns:r="http://schemas.openxmlformats.org/officeDocument/2006/relationships" id="264" r:id="R57262b320cdc44e5"/>
    <p:sldId xmlns:r="http://schemas.openxmlformats.org/officeDocument/2006/relationships" id="265" r:id="R318bb916cea542d0"/>
    <p:sldId xmlns:r="http://schemas.openxmlformats.org/officeDocument/2006/relationships" id="266" r:id="R7c233cbfd0754d6b"/>
    <p:sldId xmlns:r="http://schemas.openxmlformats.org/officeDocument/2006/relationships" id="267" r:id="R5f60d3a3eac3421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37CE567F-DF25-4B98-AB8C-8CCFA220AA65}">
  <a:tblStyle styleId="{37CE567F-DF25-4B98-AB8C-8CCFA220AA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c31df743544b93" /><Relationship Type="http://schemas.openxmlformats.org/officeDocument/2006/relationships/slideMaster" Target="/ppt/slideMasters/slideMaster1.xml" Id="R7fd21a7ca2b14c17" /><Relationship Type="http://schemas.openxmlformats.org/officeDocument/2006/relationships/notesMaster" Target="/ppt/notesMasters/notesMaster1.xml" Id="R20362a4e67124a88" /><Relationship Type="http://schemas.openxmlformats.org/officeDocument/2006/relationships/presProps" Target="/ppt/presProps.xml" Id="R29543862aa654eb4" /><Relationship Type="http://schemas.openxmlformats.org/officeDocument/2006/relationships/viewProps" Target="/ppt/viewProps.xml" Id="Rdb17542dd7844cfa" /><Relationship Type="http://schemas.openxmlformats.org/officeDocument/2006/relationships/tableStyles" Target="/ppt/tableStyles.xml" Id="Rd1144d1df927443e" /><Relationship Type="http://schemas.openxmlformats.org/officeDocument/2006/relationships/slide" Target="/ppt/slides/slide1.xml" Id="Rcd87cdf2c4ff4ee6" /><Relationship Type="http://schemas.openxmlformats.org/officeDocument/2006/relationships/slide" Target="/ppt/slides/slide2.xml" Id="Rbb1533afea894041" /><Relationship Type="http://schemas.openxmlformats.org/officeDocument/2006/relationships/slide" Target="/ppt/slides/slide3.xml" Id="R30a879c57e154643" /><Relationship Type="http://schemas.openxmlformats.org/officeDocument/2006/relationships/slide" Target="/ppt/slides/slide4.xml" Id="R989b66aac7e74774" /><Relationship Type="http://schemas.openxmlformats.org/officeDocument/2006/relationships/slide" Target="/ppt/slides/slide5.xml" Id="R433b0d894fcf4d0c" /><Relationship Type="http://schemas.openxmlformats.org/officeDocument/2006/relationships/slide" Target="/ppt/slides/slide6.xml" Id="R9308b9c00bf248bf" /><Relationship Type="http://schemas.openxmlformats.org/officeDocument/2006/relationships/slide" Target="/ppt/slides/slide7.xml" Id="Rb538f82af3da4766" /><Relationship Type="http://schemas.openxmlformats.org/officeDocument/2006/relationships/slide" Target="/ppt/slides/slide8.xml" Id="R51ecfac1c0e44a5a" /><Relationship Type="http://schemas.openxmlformats.org/officeDocument/2006/relationships/slide" Target="/ppt/slides/slide9.xml" Id="R57262b320cdc44e5" /><Relationship Type="http://schemas.openxmlformats.org/officeDocument/2006/relationships/slide" Target="/ppt/slides/slide10.xml" Id="R318bb916cea542d0" /><Relationship Type="http://schemas.openxmlformats.org/officeDocument/2006/relationships/slide" Target="/ppt/slides/slide11.xml" Id="R7c233cbfd0754d6b" /><Relationship Type="http://schemas.openxmlformats.org/officeDocument/2006/relationships/slide" Target="/ppt/slides/slide12.xml" Id="R5f60d3a3eac3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f3842e1bd4b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5e89c436441da" /><Relationship Type="http://schemas.openxmlformats.org/officeDocument/2006/relationships/notesMaster" Target="/ppt/notesMasters/notesMaster1.xml" Id="R80fff20fc4ef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7cd8836764ade" /><Relationship Type="http://schemas.openxmlformats.org/officeDocument/2006/relationships/notesMaster" Target="/ppt/notesMasters/notesMaster1.xml" Id="R5901c662dd4443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0e5afbb49f4520" /><Relationship Type="http://schemas.openxmlformats.org/officeDocument/2006/relationships/notesMaster" Target="/ppt/notesMasters/notesMaster1.xml" Id="R99f9b1ba8ccc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afa63fabe14cb7" /><Relationship Type="http://schemas.openxmlformats.org/officeDocument/2006/relationships/notesMaster" Target="/ppt/notesMasters/notesMaster1.xml" Id="R621b94d5b0874f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3b218b18fe4f43" /><Relationship Type="http://schemas.openxmlformats.org/officeDocument/2006/relationships/notesMaster" Target="/ppt/notesMasters/notesMaster1.xml" Id="R9ca3d66711df44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f35573a8a74b37" /><Relationship Type="http://schemas.openxmlformats.org/officeDocument/2006/relationships/notesMaster" Target="/ppt/notesMasters/notesMaster1.xml" Id="R60343d46a38c42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a94614e52a492d" /><Relationship Type="http://schemas.openxmlformats.org/officeDocument/2006/relationships/notesMaster" Target="/ppt/notesMasters/notesMaster1.xml" Id="R6f076dfe6828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c93ce264194c7a" /><Relationship Type="http://schemas.openxmlformats.org/officeDocument/2006/relationships/notesMaster" Target="/ppt/notesMasters/notesMaster1.xml" Id="R488653e2634b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09be26982944dc" /><Relationship Type="http://schemas.openxmlformats.org/officeDocument/2006/relationships/notesMaster" Target="/ppt/notesMasters/notesMaster1.xml" Id="R6ebbb5da017e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e36d4fb437451a" /><Relationship Type="http://schemas.openxmlformats.org/officeDocument/2006/relationships/notesMaster" Target="/ppt/notesMasters/notesMaster1.xml" Id="Rb3639150fc454e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b0b3af1aa34c19" /><Relationship Type="http://schemas.openxmlformats.org/officeDocument/2006/relationships/notesMaster" Target="/ppt/notesMasters/notesMaster1.xml" Id="R288b426a3ac34e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9be27441b4b39" /><Relationship Type="http://schemas.openxmlformats.org/officeDocument/2006/relationships/notesMaster" Target="/ppt/notesMasters/notesMaster1.xml" Id="Rae2a7ddd18db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Answervice 기획서 v1.2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제공된 중간 발표 템플릿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중간발표자료 작성규격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Answervice 기획서 v1.2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Answervice 기획서 v1.2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요구사항정의서 v1.1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Answervice 기획서 v1.2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dev 구현 및 Gate 원장 v2.89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AGENTS.md 역할·단일 작성자 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Gate 원장 v2.89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Gate 원장 v2.89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- 2026-08-04 팀 일일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Answervice 기획서 v1.2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공식 WBS v7.76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Gate 원장 v2.89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- 2026-08-04 팀 일일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AGENTS.md 팀 구성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36f9b5b2548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2f270a2314e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41d7d74fb40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9f3e61fde47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6b57ef1c640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6f29f549f47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88c97028e4d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7d90ba5c946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ba45256f147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7032175cd4f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1eec6a2b14440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4">
            <a:extLst xmlns:a="http://schemas.openxmlformats.org/drawingml/2006/main">
              <a:ext uri="{FF2B5EF4-FFF2-40B4-BE49-F238E27FC236}">
                <a16:creationId xmlns:a16="http://schemas.microsoft.com/office/drawing/2014/main" id="{DD0CAB50-865E-4DE8-BC7C-4C331DEE24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4">
            <a:extLst xmlns:a="http://schemas.openxmlformats.org/drawingml/2006/main">
              <a:ext uri="{FF2B5EF4-FFF2-40B4-BE49-F238E27FC236}">
                <a16:creationId xmlns:a16="http://schemas.microsoft.com/office/drawing/2014/main" id="{00A60503-15C7-4801-AE6B-0CF07003A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4">
            <a:extLst xmlns:a="http://schemas.openxmlformats.org/drawingml/2006/main">
              <a:ext uri="{FF2B5EF4-FFF2-40B4-BE49-F238E27FC236}">
                <a16:creationId xmlns:a16="http://schemas.microsoft.com/office/drawing/2014/main" id="{9C9BEB9D-C335-4DF4-81DE-8497B58915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E4324AF4-8C1F-4146-8B34-11D7788C94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4132A301-078D-4C56-9122-722593B6D1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" name="Google Shape;22;p15">
            <a:extLst xmlns:a="http://schemas.openxmlformats.org/drawingml/2006/main">
              <a:ext uri="{FF2B5EF4-FFF2-40B4-BE49-F238E27FC236}">
                <a16:creationId xmlns:a16="http://schemas.microsoft.com/office/drawing/2014/main" id="{F3A3AA03-FB28-4184-8EBC-27AB6FE394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5">
            <a:extLst xmlns:a="http://schemas.openxmlformats.org/drawingml/2006/main">
              <a:ext uri="{FF2B5EF4-FFF2-40B4-BE49-F238E27FC236}">
                <a16:creationId xmlns:a16="http://schemas.microsoft.com/office/drawing/2014/main" id="{300F7590-6814-4729-9A35-AC1A87F357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15">
            <a:extLst xmlns:a="http://schemas.openxmlformats.org/drawingml/2006/main">
              <a:ext uri="{FF2B5EF4-FFF2-40B4-BE49-F238E27FC236}">
                <a16:creationId xmlns:a16="http://schemas.microsoft.com/office/drawing/2014/main" id="{3E836F01-7EB1-4B91-A734-E223FFB15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95D8165B-05A3-40B8-A0CC-1B4AB38C3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33B48D68-2A00-49D4-A193-4A4E0C95A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8" name="Google Shape;28;p16">
            <a:extLst xmlns:a="http://schemas.openxmlformats.org/drawingml/2006/main">
              <a:ext uri="{FF2B5EF4-FFF2-40B4-BE49-F238E27FC236}">
                <a16:creationId xmlns:a16="http://schemas.microsoft.com/office/drawing/2014/main" id="{49E2D7B6-2B83-4BE6-95D3-3B24372C0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16">
            <a:extLst xmlns:a="http://schemas.openxmlformats.org/drawingml/2006/main">
              <a:ext uri="{FF2B5EF4-FFF2-40B4-BE49-F238E27FC236}">
                <a16:creationId xmlns:a16="http://schemas.microsoft.com/office/drawing/2014/main" id="{81527E5F-A14F-4FC4-8326-8B70577ED4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16">
            <a:extLst xmlns:a="http://schemas.openxmlformats.org/drawingml/2006/main">
              <a:ext uri="{FF2B5EF4-FFF2-40B4-BE49-F238E27FC236}">
                <a16:creationId xmlns:a16="http://schemas.microsoft.com/office/drawing/2014/main" id="{D7732CE3-4E11-4191-B4E2-792ADBB89F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F19932CA-FCD4-4668-B4A0-90E8C0F86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B7E760EF-F40F-4D42-9835-25F237581C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4" name="Google Shape;34;p17">
            <a:extLst xmlns:a="http://schemas.openxmlformats.org/drawingml/2006/main">
              <a:ext uri="{FF2B5EF4-FFF2-40B4-BE49-F238E27FC236}">
                <a16:creationId xmlns:a16="http://schemas.microsoft.com/office/drawing/2014/main" id="{29AD163E-7669-40C1-B55E-B6FAA7E3E6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17">
            <a:extLst xmlns:a="http://schemas.openxmlformats.org/drawingml/2006/main">
              <a:ext uri="{FF2B5EF4-FFF2-40B4-BE49-F238E27FC236}">
                <a16:creationId xmlns:a16="http://schemas.microsoft.com/office/drawing/2014/main" id="{DBBD4A56-10BA-4684-A10D-25365D3C05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7">
            <a:extLst xmlns:a="http://schemas.openxmlformats.org/drawingml/2006/main">
              <a:ext uri="{FF2B5EF4-FFF2-40B4-BE49-F238E27FC236}">
                <a16:creationId xmlns:a16="http://schemas.microsoft.com/office/drawing/2014/main" id="{0760C42B-707A-4501-A91E-948989CCD2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38DCCF9D-214B-4861-A511-C47BCE5A0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FC987AF3-A7CF-44A8-A88A-1F6120919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E01F7C52-EDB1-4C51-8878-A136695594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41" name="Google Shape;41;p18">
            <a:extLst xmlns:a="http://schemas.openxmlformats.org/drawingml/2006/main">
              <a:ext uri="{FF2B5EF4-FFF2-40B4-BE49-F238E27FC236}">
                <a16:creationId xmlns:a16="http://schemas.microsoft.com/office/drawing/2014/main" id="{7BCED712-9C03-4652-A826-9D0AEE9C8C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18">
            <a:extLst xmlns:a="http://schemas.openxmlformats.org/drawingml/2006/main">
              <a:ext uri="{FF2B5EF4-FFF2-40B4-BE49-F238E27FC236}">
                <a16:creationId xmlns:a16="http://schemas.microsoft.com/office/drawing/2014/main" id="{930425D5-28AC-4403-BD37-AB5692A1EC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18">
            <a:extLst xmlns:a="http://schemas.openxmlformats.org/drawingml/2006/main">
              <a:ext uri="{FF2B5EF4-FFF2-40B4-BE49-F238E27FC236}">
                <a16:creationId xmlns:a16="http://schemas.microsoft.com/office/drawing/2014/main" id="{6130BFFE-C0E5-4779-B257-C349ED876A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87BA927F-DF13-48BA-A802-2B4095B9E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8F9AA28E-B9FC-4A96-9D52-93BEA53219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7550E2A5-7F07-41A4-8863-C0CC6B845C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EF81503F-F891-4319-AE8E-EE81BE8B37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1B0BAC05-AFBE-40B4-B608-4B0C7437551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50" name="Google Shape;50;p19">
            <a:extLst xmlns:a="http://schemas.openxmlformats.org/drawingml/2006/main">
              <a:ext uri="{FF2B5EF4-FFF2-40B4-BE49-F238E27FC236}">
                <a16:creationId xmlns:a16="http://schemas.microsoft.com/office/drawing/2014/main" id="{8BE032C8-2C86-428F-A306-1A480F18AF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19">
            <a:extLst xmlns:a="http://schemas.openxmlformats.org/drawingml/2006/main">
              <a:ext uri="{FF2B5EF4-FFF2-40B4-BE49-F238E27FC236}">
                <a16:creationId xmlns:a16="http://schemas.microsoft.com/office/drawing/2014/main" id="{395FCEBE-FA03-42FE-A14D-6B82BA95B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9">
            <a:extLst xmlns:a="http://schemas.openxmlformats.org/drawingml/2006/main">
              <a:ext uri="{FF2B5EF4-FFF2-40B4-BE49-F238E27FC236}">
                <a16:creationId xmlns:a16="http://schemas.microsoft.com/office/drawing/2014/main" id="{2131CBE7-6515-4433-8E82-5DF7763E04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6D1F55CF-DFC2-42F0-A910-F929863C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p20">
            <a:extLst xmlns:a="http://schemas.openxmlformats.org/drawingml/2006/main">
              <a:ext uri="{FF2B5EF4-FFF2-40B4-BE49-F238E27FC236}">
                <a16:creationId xmlns:a16="http://schemas.microsoft.com/office/drawing/2014/main" id="{666B349C-FC1F-43EC-AAD5-E280A30EB3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20">
            <a:extLst xmlns:a="http://schemas.openxmlformats.org/drawingml/2006/main">
              <a:ext uri="{FF2B5EF4-FFF2-40B4-BE49-F238E27FC236}">
                <a16:creationId xmlns:a16="http://schemas.microsoft.com/office/drawing/2014/main" id="{31CB5775-456A-4BF2-9680-CE90315614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0">
            <a:extLst xmlns:a="http://schemas.openxmlformats.org/drawingml/2006/main">
              <a:ext uri="{FF2B5EF4-FFF2-40B4-BE49-F238E27FC236}">
                <a16:creationId xmlns:a16="http://schemas.microsoft.com/office/drawing/2014/main" id="{0698D025-6B48-409E-9E34-6B39A160A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21">
            <a:extLst xmlns:a="http://schemas.openxmlformats.org/drawingml/2006/main">
              <a:ext uri="{FF2B5EF4-FFF2-40B4-BE49-F238E27FC236}">
                <a16:creationId xmlns:a16="http://schemas.microsoft.com/office/drawing/2014/main" id="{8BCB57F3-25FA-4D81-B7CD-FFABEBD04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21">
            <a:extLst xmlns:a="http://schemas.openxmlformats.org/drawingml/2006/main">
              <a:ext uri="{FF2B5EF4-FFF2-40B4-BE49-F238E27FC236}">
                <a16:creationId xmlns:a16="http://schemas.microsoft.com/office/drawing/2014/main" id="{2E7870EC-CB9B-4B53-BEB6-37F04D32D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1" name="Google Shape;61;p21">
            <a:extLst xmlns:a="http://schemas.openxmlformats.org/drawingml/2006/main">
              <a:ext uri="{FF2B5EF4-FFF2-40B4-BE49-F238E27FC236}">
                <a16:creationId xmlns:a16="http://schemas.microsoft.com/office/drawing/2014/main" id="{327703BC-4171-48E4-BA45-E44A24DFC6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2" name="Google Shape;62;p21">
            <a:extLst xmlns:a="http://schemas.openxmlformats.org/drawingml/2006/main">
              <a:ext uri="{FF2B5EF4-FFF2-40B4-BE49-F238E27FC236}">
                <a16:creationId xmlns:a16="http://schemas.microsoft.com/office/drawing/2014/main" id="{E4815EAE-8DAD-41B6-BD28-E94EF902E4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21">
            <a:extLst xmlns:a="http://schemas.openxmlformats.org/drawingml/2006/main">
              <a:ext uri="{FF2B5EF4-FFF2-40B4-BE49-F238E27FC236}">
                <a16:creationId xmlns:a16="http://schemas.microsoft.com/office/drawing/2014/main" id="{F049C3A1-B83C-47A1-BA5E-7509804122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21">
            <a:extLst xmlns:a="http://schemas.openxmlformats.org/drawingml/2006/main">
              <a:ext uri="{FF2B5EF4-FFF2-40B4-BE49-F238E27FC236}">
                <a16:creationId xmlns:a16="http://schemas.microsoft.com/office/drawing/2014/main" id="{73D4EA6D-1DAA-4EDE-AA05-94CDE01A93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2">
            <a:extLst xmlns:a="http://schemas.openxmlformats.org/drawingml/2006/main">
              <a:ext uri="{FF2B5EF4-FFF2-40B4-BE49-F238E27FC236}">
                <a16:creationId xmlns:a16="http://schemas.microsoft.com/office/drawing/2014/main" id="{5ED2F75F-C6D3-4608-8842-79CA742C0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22">
            <a:extLst xmlns:a="http://schemas.openxmlformats.org/drawingml/2006/main">
              <a:ext uri="{FF2B5EF4-FFF2-40B4-BE49-F238E27FC236}">
                <a16:creationId xmlns:a16="http://schemas.microsoft.com/office/drawing/2014/main" id="{88DEF4E2-1DC5-494E-B74F-FF25899F3F9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2">
            <a:extLst xmlns:a="http://schemas.openxmlformats.org/drawingml/2006/main">
              <a:ext uri="{FF2B5EF4-FFF2-40B4-BE49-F238E27FC236}">
                <a16:creationId xmlns:a16="http://schemas.microsoft.com/office/drawing/2014/main" id="{24964149-BCDE-4BD2-932D-CCA33636B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9" name="Google Shape;69;p22">
            <a:extLst xmlns:a="http://schemas.openxmlformats.org/drawingml/2006/main">
              <a:ext uri="{FF2B5EF4-FFF2-40B4-BE49-F238E27FC236}">
                <a16:creationId xmlns:a16="http://schemas.microsoft.com/office/drawing/2014/main" id="{73B255C4-7A79-4922-A478-E18B6068CD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2">
            <a:extLst xmlns:a="http://schemas.openxmlformats.org/drawingml/2006/main">
              <a:ext uri="{FF2B5EF4-FFF2-40B4-BE49-F238E27FC236}">
                <a16:creationId xmlns:a16="http://schemas.microsoft.com/office/drawing/2014/main" id="{70ABA706-6DDF-4FB2-A410-D2FF89C1A2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2">
            <a:extLst xmlns:a="http://schemas.openxmlformats.org/drawingml/2006/main">
              <a:ext uri="{FF2B5EF4-FFF2-40B4-BE49-F238E27FC236}">
                <a16:creationId xmlns:a16="http://schemas.microsoft.com/office/drawing/2014/main" id="{DBEF5287-7ED5-41EF-8F34-B2DDBAB981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3">
            <a:extLst xmlns:a="http://schemas.openxmlformats.org/drawingml/2006/main">
              <a:ext uri="{FF2B5EF4-FFF2-40B4-BE49-F238E27FC236}">
                <a16:creationId xmlns:a16="http://schemas.microsoft.com/office/drawing/2014/main" id="{4D0A256E-4035-4D0E-B6BA-C4A779E45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23">
            <a:extLst xmlns:a="http://schemas.openxmlformats.org/drawingml/2006/main">
              <a:ext uri="{FF2B5EF4-FFF2-40B4-BE49-F238E27FC236}">
                <a16:creationId xmlns:a16="http://schemas.microsoft.com/office/drawing/2014/main" id="{0AAC17D5-CA15-4841-AF99-7062D522C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5" name="Google Shape;75;p23">
            <a:extLst xmlns:a="http://schemas.openxmlformats.org/drawingml/2006/main">
              <a:ext uri="{FF2B5EF4-FFF2-40B4-BE49-F238E27FC236}">
                <a16:creationId xmlns:a16="http://schemas.microsoft.com/office/drawing/2014/main" id="{8A073722-1D3A-49E7-8861-65B7E792E9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3">
            <a:extLst xmlns:a="http://schemas.openxmlformats.org/drawingml/2006/main">
              <a:ext uri="{FF2B5EF4-FFF2-40B4-BE49-F238E27FC236}">
                <a16:creationId xmlns:a16="http://schemas.microsoft.com/office/drawing/2014/main" id="{EF0C0A2D-B75B-41FC-851C-A8CCAA911F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3">
            <a:extLst xmlns:a="http://schemas.openxmlformats.org/drawingml/2006/main">
              <a:ext uri="{FF2B5EF4-FFF2-40B4-BE49-F238E27FC236}">
                <a16:creationId xmlns:a16="http://schemas.microsoft.com/office/drawing/2014/main" id="{A2479165-3ACD-48C8-BCA9-A7F9B40A42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4">
            <a:extLst xmlns:a="http://schemas.openxmlformats.org/drawingml/2006/main">
              <a:ext uri="{FF2B5EF4-FFF2-40B4-BE49-F238E27FC236}">
                <a16:creationId xmlns:a16="http://schemas.microsoft.com/office/drawing/2014/main" id="{FAD37577-FC64-426E-B65C-EA3FF1B64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24">
            <a:extLst xmlns:a="http://schemas.openxmlformats.org/drawingml/2006/main">
              <a:ext uri="{FF2B5EF4-FFF2-40B4-BE49-F238E27FC236}">
                <a16:creationId xmlns:a16="http://schemas.microsoft.com/office/drawing/2014/main" id="{A8F29896-5EDD-4421-B87F-9C3E958CE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24">
            <a:extLst xmlns:a="http://schemas.openxmlformats.org/drawingml/2006/main">
              <a:ext uri="{FF2B5EF4-FFF2-40B4-BE49-F238E27FC236}">
                <a16:creationId xmlns:a16="http://schemas.microsoft.com/office/drawing/2014/main" id="{0A316F9A-9176-43AB-9B1F-1F44C3D5E8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24">
            <a:extLst xmlns:a="http://schemas.openxmlformats.org/drawingml/2006/main">
              <a:ext uri="{FF2B5EF4-FFF2-40B4-BE49-F238E27FC236}">
                <a16:creationId xmlns:a16="http://schemas.microsoft.com/office/drawing/2014/main" id="{BCA3C9D2-66E8-443E-9DD4-B44C13D52C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4">
            <a:extLst xmlns:a="http://schemas.openxmlformats.org/drawingml/2006/main">
              <a:ext uri="{FF2B5EF4-FFF2-40B4-BE49-F238E27FC236}">
                <a16:creationId xmlns:a16="http://schemas.microsoft.com/office/drawing/2014/main" id="{594C5846-55DD-454A-83B7-7B6657AA83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8463b49cb4774" /><Relationship Type="http://schemas.openxmlformats.org/officeDocument/2006/relationships/slideLayout" Target="/ppt/slideLayouts/slideLayout1.xml" Id="Raff2e0fa00de4b85" /><Relationship Type="http://schemas.openxmlformats.org/officeDocument/2006/relationships/slideLayout" Target="/ppt/slideLayouts/slideLayout2.xml" Id="R69b16dd0c0ae4a29" /><Relationship Type="http://schemas.openxmlformats.org/officeDocument/2006/relationships/slideLayout" Target="/ppt/slideLayouts/slideLayout3.xml" Id="R83879c00e3c848e7" /><Relationship Type="http://schemas.openxmlformats.org/officeDocument/2006/relationships/slideLayout" Target="/ppt/slideLayouts/slideLayout4.xml" Id="Rd942bbb5e98e4f26" /><Relationship Type="http://schemas.openxmlformats.org/officeDocument/2006/relationships/slideLayout" Target="/ppt/slideLayouts/slideLayout5.xml" Id="R75b4b1b91472480f" /><Relationship Type="http://schemas.openxmlformats.org/officeDocument/2006/relationships/slideLayout" Target="/ppt/slideLayouts/slideLayout6.xml" Id="R7d5572a2ea1e4767" /><Relationship Type="http://schemas.openxmlformats.org/officeDocument/2006/relationships/slideLayout" Target="/ppt/slideLayouts/slideLayout7.xml" Id="Rcf4151d3b17f49ee" /><Relationship Type="http://schemas.openxmlformats.org/officeDocument/2006/relationships/slideLayout" Target="/ppt/slideLayouts/slideLayout8.xml" Id="Rc525d088e57b4c5b" /><Relationship Type="http://schemas.openxmlformats.org/officeDocument/2006/relationships/slideLayout" Target="/ppt/slideLayouts/slideLayout9.xml" Id="Re9b09bfc3b744365" /><Relationship Type="http://schemas.openxmlformats.org/officeDocument/2006/relationships/slideLayout" Target="/ppt/slideLayouts/slideLayout10.xml" Id="Rbdda64e6e4eb463e" /><Relationship Type="http://schemas.openxmlformats.org/officeDocument/2006/relationships/slideLayout" Target="/ppt/slideLayouts/slideLayout11.xml" Id="R8f5a581a797546c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5E1E5F77-3039-4FF2-9A46-FDDDA57CEE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6FFD3FF3-C33B-4A43-A149-19F7EF055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E772A1C6-988C-45CA-B468-69682E024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11AE92B9-54AD-4045-AED7-E82739590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B7CA5246-5CD3-4B13-B5EE-E24914F964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f2e0fa00de4b85"/>
    <p:sldLayoutId xmlns:r="http://schemas.openxmlformats.org/officeDocument/2006/relationships" id="2147483650" r:id="R69b16dd0c0ae4a29"/>
    <p:sldLayoutId xmlns:r="http://schemas.openxmlformats.org/officeDocument/2006/relationships" id="2147483651" r:id="R83879c00e3c848e7"/>
    <p:sldLayoutId xmlns:r="http://schemas.openxmlformats.org/officeDocument/2006/relationships" id="2147483652" r:id="Rd942bbb5e98e4f26"/>
    <p:sldLayoutId xmlns:r="http://schemas.openxmlformats.org/officeDocument/2006/relationships" id="2147483653" r:id="R75b4b1b91472480f"/>
    <p:sldLayoutId xmlns:r="http://schemas.openxmlformats.org/officeDocument/2006/relationships" id="2147483654" r:id="R7d5572a2ea1e4767"/>
    <p:sldLayoutId xmlns:r="http://schemas.openxmlformats.org/officeDocument/2006/relationships" id="2147483655" r:id="Rcf4151d3b17f49ee"/>
    <p:sldLayoutId xmlns:r="http://schemas.openxmlformats.org/officeDocument/2006/relationships" id="2147483656" r:id="Rc525d088e57b4c5b"/>
    <p:sldLayoutId xmlns:r="http://schemas.openxmlformats.org/officeDocument/2006/relationships" id="2147483657" r:id="Re9b09bfc3b744365"/>
    <p:sldLayoutId xmlns:r="http://schemas.openxmlformats.org/officeDocument/2006/relationships" id="2147483658" r:id="Rbdda64e6e4eb463e"/>
    <p:sldLayoutId xmlns:r="http://schemas.openxmlformats.org/officeDocument/2006/relationships" id="2147483659" r:id="R8f5a581a797546c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3057815f54826" /><Relationship Type="http://schemas.openxmlformats.org/officeDocument/2006/relationships/image" Target="/ppt/media/image.png" Id="R4a05b2847e45479e" /><Relationship Type="http://schemas.openxmlformats.org/officeDocument/2006/relationships/image" Target="/ppt/media/image2.png" Id="Rf9bd5bdae2c845d9" /><Relationship Type="http://schemas.openxmlformats.org/officeDocument/2006/relationships/image" Target="/ppt/media/image3.png" Id="R21cb456764004857" /><Relationship Type="http://schemas.openxmlformats.org/officeDocument/2006/relationships/image" Target="/ppt/media/image4.png" Id="R8ead0b5bbeae4eac" /><Relationship Type="http://schemas.openxmlformats.org/officeDocument/2006/relationships/image" Target="/ppt/media/image5.png" Id="Rd971cb026ef74be5" /><Relationship Type="http://schemas.openxmlformats.org/officeDocument/2006/relationships/image" Target="/ppt/media/image6.png" Id="R69ef29e8af28495a" /><Relationship Type="http://schemas.openxmlformats.org/officeDocument/2006/relationships/image" Target="/ppt/media/image7.png" Id="R320d70b67ea34763" /><Relationship Type="http://schemas.openxmlformats.org/officeDocument/2006/relationships/image" Target="/ppt/media/image8.png" Id="Ra7e9d6bcce5b4d3b" /><Relationship Type="http://schemas.openxmlformats.org/officeDocument/2006/relationships/image" Target="/ppt/media/image9.png" Id="R93719e8f47804c42" /><Relationship Type="http://schemas.openxmlformats.org/officeDocument/2006/relationships/image" Target="/ppt/media/image10.png" Id="Rfd9c5662ee28450a" /><Relationship Type="http://schemas.openxmlformats.org/officeDocument/2006/relationships/notesSlide" Target="/ppt/notesSlides/notesSlide1.xml" Id="R98cb3f381794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0d23a096748fb" /><Relationship Type="http://schemas.openxmlformats.org/officeDocument/2006/relationships/image" Target="/ppt/media/image11.png" Id="Rfa023fcefb784fcd" /><Relationship Type="http://schemas.openxmlformats.org/officeDocument/2006/relationships/image" Target="/ppt/media/image12.png" Id="R223ef56be2f24a79" /><Relationship Type="http://schemas.openxmlformats.org/officeDocument/2006/relationships/image" Target="/ppt/media/image2.png" Id="Rdc9eb38d12134d18" /><Relationship Type="http://schemas.openxmlformats.org/officeDocument/2006/relationships/image" Target="/ppt/media/image13.png" Id="R942618d326f44f00" /><Relationship Type="http://schemas.openxmlformats.org/officeDocument/2006/relationships/image" Target="/ppt/media/image14.png" Id="Rf32c7e0cf2ae4237" /><Relationship Type="http://schemas.openxmlformats.org/officeDocument/2006/relationships/image" Target="/ppt/media/image15.png" Id="Ra840154c4ddc49f3" /><Relationship Type="http://schemas.openxmlformats.org/officeDocument/2006/relationships/image" Target="/ppt/media/image16.png" Id="R643ed570abe141a1" /><Relationship Type="http://schemas.openxmlformats.org/officeDocument/2006/relationships/image" Target="/ppt/media/image17.png" Id="R5470eeba366e4d94" /><Relationship Type="http://schemas.openxmlformats.org/officeDocument/2006/relationships/image" Target="/ppt/media/image18.png" Id="R6a5a88b66fda4797" /><Relationship Type="http://schemas.openxmlformats.org/officeDocument/2006/relationships/image" Target="/ppt/media/image19.png" Id="R911986814fab4d6a" /><Relationship Type="http://schemas.openxmlformats.org/officeDocument/2006/relationships/image" Target="/ppt/media/image3.png" Id="Ra56071d80a254dd0" /><Relationship Type="http://schemas.openxmlformats.org/officeDocument/2006/relationships/image" Target="/ppt/media/image4.png" Id="Re33ef259051d4442" /><Relationship Type="http://schemas.openxmlformats.org/officeDocument/2006/relationships/image" Target="/ppt/media/image5.png" Id="Rca429e9432654152" /><Relationship Type="http://schemas.openxmlformats.org/officeDocument/2006/relationships/image" Target="/ppt/media/image6.png" Id="Ra87f4ed518f64de9" /><Relationship Type="http://schemas.openxmlformats.org/officeDocument/2006/relationships/notesSlide" Target="/ppt/notesSlides/notesSlide2.xml" Id="R0817b15f546e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1d48021514e02" /><Relationship Type="http://schemas.openxmlformats.org/officeDocument/2006/relationships/image" Target="/ppt/media/image.png" Id="R72992f9df0934eed" /><Relationship Type="http://schemas.openxmlformats.org/officeDocument/2006/relationships/image" Target="/ppt/media/image3.png" Id="R6dfdd5e606dd4e2a" /><Relationship Type="http://schemas.openxmlformats.org/officeDocument/2006/relationships/image" Target="/ppt/media/image4.png" Id="Rc86e8393e59b47c2" /><Relationship Type="http://schemas.openxmlformats.org/officeDocument/2006/relationships/image" Target="/ppt/media/image5.png" Id="Rf0955a43f6a14c48" /><Relationship Type="http://schemas.openxmlformats.org/officeDocument/2006/relationships/image" Target="/ppt/media/image6.png" Id="R6e288ee4083e4199" /><Relationship Type="http://schemas.openxmlformats.org/officeDocument/2006/relationships/image" Target="/ppt/media/image8.png" Id="Rca04e49bf3f1488d" /><Relationship Type="http://schemas.openxmlformats.org/officeDocument/2006/relationships/image" Target="/ppt/media/image9.png" Id="Rdb1c7a4389634c5c" /><Relationship Type="http://schemas.openxmlformats.org/officeDocument/2006/relationships/notesSlide" Target="/ppt/notesSlides/notesSlide3.xml" Id="R2cf697693cb1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487b385474abe" /><Relationship Type="http://schemas.openxmlformats.org/officeDocument/2006/relationships/image" Target="/ppt/media/image11.png" Id="R82d6efbcc3944591" /><Relationship Type="http://schemas.openxmlformats.org/officeDocument/2006/relationships/image" Target="/ppt/media/image12.png" Id="R7bc420e69c174d14" /><Relationship Type="http://schemas.openxmlformats.org/officeDocument/2006/relationships/image" Target="/ppt/media/image2.png" Id="R637c1c9f9b9c4358" /><Relationship Type="http://schemas.openxmlformats.org/officeDocument/2006/relationships/image" Target="/ppt/media/image20.png" Id="R54a553a4b7eb4260" /><Relationship Type="http://schemas.openxmlformats.org/officeDocument/2006/relationships/image" Target="/ppt/media/image21.png" Id="R5eabbb2befe94e58" /><Relationship Type="http://schemas.openxmlformats.org/officeDocument/2006/relationships/image" Target="/ppt/media/image22.png" Id="R0b6ca0975a91427d" /><Relationship Type="http://schemas.openxmlformats.org/officeDocument/2006/relationships/image" Target="/ppt/media/image23.png" Id="R33fdbbdaa49b40b3" /><Relationship Type="http://schemas.openxmlformats.org/officeDocument/2006/relationships/image" Target="/ppt/media/image24.png" Id="R0f67524b1a314bea" /><Relationship Type="http://schemas.openxmlformats.org/officeDocument/2006/relationships/image" Target="/ppt/media/image3.png" Id="Rbd8897129f154738" /><Relationship Type="http://schemas.openxmlformats.org/officeDocument/2006/relationships/image" Target="/ppt/media/image4.png" Id="R8e75d4b92b90420f" /><Relationship Type="http://schemas.openxmlformats.org/officeDocument/2006/relationships/image" Target="/ppt/media/image5.png" Id="R3bc5d6b0c40d4bd4" /><Relationship Type="http://schemas.openxmlformats.org/officeDocument/2006/relationships/image" Target="/ppt/media/image6.png" Id="R5c948bcef7f64f5e" /><Relationship Type="http://schemas.openxmlformats.org/officeDocument/2006/relationships/notesSlide" Target="/ppt/notesSlides/notesSlide4.xml" Id="R7b9f2692440749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c91832e4d4dfa" /><Relationship Type="http://schemas.openxmlformats.org/officeDocument/2006/relationships/image" Target="/ppt/media/image11.png" Id="R7bd7440f653c4244" /><Relationship Type="http://schemas.openxmlformats.org/officeDocument/2006/relationships/image" Target="/ppt/media/image12.png" Id="R4068240bd1f44d56" /><Relationship Type="http://schemas.openxmlformats.org/officeDocument/2006/relationships/image" Target="/ppt/media/image25.png" Id="Ra752b56a6cf247a8" /><Relationship Type="http://schemas.openxmlformats.org/officeDocument/2006/relationships/image" Target="/ppt/media/image26.png" Id="Rdf2f8191a48b4636" /><Relationship Type="http://schemas.openxmlformats.org/officeDocument/2006/relationships/image" Target="/ppt/media/image27.png" Id="Rde10c6e6f159411b" /><Relationship Type="http://schemas.openxmlformats.org/officeDocument/2006/relationships/image" Target="/ppt/media/image28.png" Id="R09f53be4e0424fcc" /><Relationship Type="http://schemas.openxmlformats.org/officeDocument/2006/relationships/image" Target="/ppt/media/image3.png" Id="R2135519673594f53" /><Relationship Type="http://schemas.openxmlformats.org/officeDocument/2006/relationships/image" Target="/ppt/media/image4.png" Id="R9f1f8ab9886049c6" /><Relationship Type="http://schemas.openxmlformats.org/officeDocument/2006/relationships/image" Target="/ppt/media/image5.png" Id="Raec8dbc537d7483d" /><Relationship Type="http://schemas.openxmlformats.org/officeDocument/2006/relationships/image" Target="/ppt/media/image6.png" Id="Rdf4027d6d5504dc6" /><Relationship Type="http://schemas.openxmlformats.org/officeDocument/2006/relationships/image" Target="/ppt/media/image20.png" Id="R70e9595f26724bb9" /><Relationship Type="http://schemas.openxmlformats.org/officeDocument/2006/relationships/image" Target="/ppt/media/image29.png" Id="R9d63c68bfe7048e2" /><Relationship Type="http://schemas.openxmlformats.org/officeDocument/2006/relationships/image" Target="/ppt/media/image30.png" Id="Rbe007c74798647eb" /><Relationship Type="http://schemas.openxmlformats.org/officeDocument/2006/relationships/image" Target="/ppt/media/image31.png" Id="R515beb4c2fee4d31" /><Relationship Type="http://schemas.openxmlformats.org/officeDocument/2006/relationships/image" Target="/ppt/media/image32.png" Id="R848c5b486913492b" /><Relationship Type="http://schemas.openxmlformats.org/officeDocument/2006/relationships/image" Target="/ppt/media/image2.png" Id="Rb797f351bb0b42d1" /><Relationship Type="http://schemas.openxmlformats.org/officeDocument/2006/relationships/notesSlide" Target="/ppt/notesSlides/notesSlide5.xml" Id="Rf7730ad4b1b4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a6fac9b85473c" /><Relationship Type="http://schemas.openxmlformats.org/officeDocument/2006/relationships/image" Target="/ppt/media/image11.png" Id="R88e47da50abb4815" /><Relationship Type="http://schemas.openxmlformats.org/officeDocument/2006/relationships/image" Target="/ppt/media/image12.png" Id="R5f04ee99a2834630" /><Relationship Type="http://schemas.openxmlformats.org/officeDocument/2006/relationships/image" Target="/ppt/media/image3.png" Id="Ra79c18cce86740aa" /><Relationship Type="http://schemas.openxmlformats.org/officeDocument/2006/relationships/image" Target="/ppt/media/image4.png" Id="R770dfdd2e93c4557" /><Relationship Type="http://schemas.openxmlformats.org/officeDocument/2006/relationships/image" Target="/ppt/media/image5.png" Id="Rcc1de6cfc4834f58" /><Relationship Type="http://schemas.openxmlformats.org/officeDocument/2006/relationships/image" Target="/ppt/media/image6.png" Id="R7429fdf59d0946cb" /><Relationship Type="http://schemas.openxmlformats.org/officeDocument/2006/relationships/image" Target="/ppt/media/image20.png" Id="R7bb9661a1fd34b4a" /><Relationship Type="http://schemas.openxmlformats.org/officeDocument/2006/relationships/image" Target="/ppt/media/image2.png" Id="R94eb994890ff44b9" /><Relationship Type="http://schemas.openxmlformats.org/officeDocument/2006/relationships/image" Target="/ppt/media/image33.png" Id="R9a89433494e846eb" /><Relationship Type="http://schemas.openxmlformats.org/officeDocument/2006/relationships/image" Target="/ppt/media/image34.png" Id="Rc2573a70323e43ec" /><Relationship Type="http://schemas.openxmlformats.org/officeDocument/2006/relationships/image" Target="/ppt/media/image35.png" Id="R872992a2ceab4720" /><Relationship Type="http://schemas.openxmlformats.org/officeDocument/2006/relationships/image" Target="/ppt/media/image36.png" Id="R88e7a6d88ac34194" /><Relationship Type="http://schemas.openxmlformats.org/officeDocument/2006/relationships/image" Target="/ppt/media/image37.png" Id="Rd62dc12698124650" /><Relationship Type="http://schemas.openxmlformats.org/officeDocument/2006/relationships/image" Target="/ppt/media/image38.png" Id="Re0e7997b03e347ec" /><Relationship Type="http://schemas.openxmlformats.org/officeDocument/2006/relationships/notesSlide" Target="/ppt/notesSlides/notesSlide6.xml" Id="R8954316a8884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06a06efe0487e" /><Relationship Type="http://schemas.openxmlformats.org/officeDocument/2006/relationships/image" Target="/ppt/media/image11.png" Id="R5ff7d995876d4e7a" /><Relationship Type="http://schemas.openxmlformats.org/officeDocument/2006/relationships/image" Target="/ppt/media/image12.png" Id="R66a7e890acfc4413" /><Relationship Type="http://schemas.openxmlformats.org/officeDocument/2006/relationships/image" Target="/ppt/media/image3.png" Id="Rd7585b7b44a5485b" /><Relationship Type="http://schemas.openxmlformats.org/officeDocument/2006/relationships/image" Target="/ppt/media/image4.png" Id="R8fed7637965a4bf1" /><Relationship Type="http://schemas.openxmlformats.org/officeDocument/2006/relationships/image" Target="/ppt/media/image5.png" Id="R8e8cafa00ea34afe" /><Relationship Type="http://schemas.openxmlformats.org/officeDocument/2006/relationships/image" Target="/ppt/media/image6.png" Id="R205d0534297341be" /><Relationship Type="http://schemas.openxmlformats.org/officeDocument/2006/relationships/image" Target="/ppt/media/image20.png" Id="R3683446133f54540" /><Relationship Type="http://schemas.openxmlformats.org/officeDocument/2006/relationships/image" Target="/ppt/media/image2.png" Id="Rda2c679988674438" /><Relationship Type="http://schemas.openxmlformats.org/officeDocument/2006/relationships/image" Target="/ppt/media/image39.png" Id="R8b864087419b402f" /><Relationship Type="http://schemas.openxmlformats.org/officeDocument/2006/relationships/image" Target="/ppt/media/image40.png" Id="Raa7dd8fa5fc044df" /><Relationship Type="http://schemas.openxmlformats.org/officeDocument/2006/relationships/image" Target="/ppt/media/image41.png" Id="R2062e533a9384ea5" /><Relationship Type="http://schemas.openxmlformats.org/officeDocument/2006/relationships/image" Target="/ppt/media/image42.png" Id="Rcba7dc3548e34e3f" /><Relationship Type="http://schemas.openxmlformats.org/officeDocument/2006/relationships/image" Target="/ppt/media/image43.png" Id="R2dc5f437ed184a8a" /><Relationship Type="http://schemas.openxmlformats.org/officeDocument/2006/relationships/image" Target="/ppt/media/image44.png" Id="R8dfca795644244d0" /><Relationship Type="http://schemas.openxmlformats.org/officeDocument/2006/relationships/notesSlide" Target="/ppt/notesSlides/notesSlide7.xml" Id="Rd7c10f378a7743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c12cae54046c8" /><Relationship Type="http://schemas.openxmlformats.org/officeDocument/2006/relationships/image" Target="/ppt/media/image.png" Id="R8705f4b7725e42f1" /><Relationship Type="http://schemas.openxmlformats.org/officeDocument/2006/relationships/image" Target="/ppt/media/image3.png" Id="R87f01f71e097406b" /><Relationship Type="http://schemas.openxmlformats.org/officeDocument/2006/relationships/image" Target="/ppt/media/image4.png" Id="Ra171a12f2cba4b79" /><Relationship Type="http://schemas.openxmlformats.org/officeDocument/2006/relationships/image" Target="/ppt/media/image5.png" Id="Rc8315d54e2434be5" /><Relationship Type="http://schemas.openxmlformats.org/officeDocument/2006/relationships/image" Target="/ppt/media/image6.png" Id="Rf8beec2e27454fbc" /><Relationship Type="http://schemas.openxmlformats.org/officeDocument/2006/relationships/image" Target="/ppt/media/image8.png" Id="R68843baabf1d423f" /><Relationship Type="http://schemas.openxmlformats.org/officeDocument/2006/relationships/image" Target="/ppt/media/image9.png" Id="Redbac10d7f474edd" /><Relationship Type="http://schemas.openxmlformats.org/officeDocument/2006/relationships/notesSlide" Target="/ppt/notesSlides/notesSlide8.xml" Id="Rfef8286034904a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0150fb11e4665" /><Relationship Type="http://schemas.openxmlformats.org/officeDocument/2006/relationships/image" Target="/ppt/media/image11.png" Id="R6850970ec9bd425e" /><Relationship Type="http://schemas.openxmlformats.org/officeDocument/2006/relationships/image" Target="/ppt/media/image12.png" Id="R762dd6f7cdfe4aa6" /><Relationship Type="http://schemas.openxmlformats.org/officeDocument/2006/relationships/image" Target="/ppt/media/image3.png" Id="Rf320ca7b0c4b48e4" /><Relationship Type="http://schemas.openxmlformats.org/officeDocument/2006/relationships/image" Target="/ppt/media/image4.png" Id="Rcbd6d48d86124498" /><Relationship Type="http://schemas.openxmlformats.org/officeDocument/2006/relationships/image" Target="/ppt/media/image5.png" Id="R7779e8ce545347f4" /><Relationship Type="http://schemas.openxmlformats.org/officeDocument/2006/relationships/image" Target="/ppt/media/image6.png" Id="R1be556eb80f4407c" /><Relationship Type="http://schemas.openxmlformats.org/officeDocument/2006/relationships/image" Target="/ppt/media/image2.png" Id="Reb72fa7954ba4400" /><Relationship Type="http://schemas.openxmlformats.org/officeDocument/2006/relationships/image" Target="/ppt/media/image20.png" Id="R2b4860d7c7544cf9" /><Relationship Type="http://schemas.openxmlformats.org/officeDocument/2006/relationships/image" Target="/ppt/media/image45.png" Id="R0d05dbbe070e4e21" /><Relationship Type="http://schemas.openxmlformats.org/officeDocument/2006/relationships/image" Target="/ppt/media/image46.png" Id="R508e28d07bd245f1" /><Relationship Type="http://schemas.openxmlformats.org/officeDocument/2006/relationships/image" Target="/ppt/media/image47.png" Id="R1bab18346bd54309" /><Relationship Type="http://schemas.openxmlformats.org/officeDocument/2006/relationships/image" Target="/ppt/media/image48.png" Id="R02106de3a0364660" /><Relationship Type="http://schemas.openxmlformats.org/officeDocument/2006/relationships/image" Target="/ppt/media/image49.png" Id="R4e26df1d9abe42a5" /><Relationship Type="http://schemas.openxmlformats.org/officeDocument/2006/relationships/notesSlide" Target="/ppt/notesSlides/notesSlide9.xml" Id="R86aa11e484e2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8ebf7e03d41f2" /><Relationship Type="http://schemas.openxmlformats.org/officeDocument/2006/relationships/image" Target="/ppt/media/image.png" Id="R762a6e3b089e414d" /><Relationship Type="http://schemas.openxmlformats.org/officeDocument/2006/relationships/image" Target="/ppt/media/image3.png" Id="R229fd3a551e34b9f" /><Relationship Type="http://schemas.openxmlformats.org/officeDocument/2006/relationships/image" Target="/ppt/media/image4.png" Id="R9686a39daff645cc" /><Relationship Type="http://schemas.openxmlformats.org/officeDocument/2006/relationships/image" Target="/ppt/media/image5.png" Id="Rae948a164ebf42f1" /><Relationship Type="http://schemas.openxmlformats.org/officeDocument/2006/relationships/image" Target="/ppt/media/image6.png" Id="R17b8a9cd11c54d35" /><Relationship Type="http://schemas.openxmlformats.org/officeDocument/2006/relationships/image" Target="/ppt/media/image8.png" Id="Ra44edd146ba14a14" /><Relationship Type="http://schemas.openxmlformats.org/officeDocument/2006/relationships/image" Target="/ppt/media/image9.png" Id="R36919697a7bf4103" /><Relationship Type="http://schemas.openxmlformats.org/officeDocument/2006/relationships/notesSlide" Target="/ppt/notesSlides/notesSlide10.xml" Id="R1ac329feb05d44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407af3fce4fd4" /><Relationship Type="http://schemas.openxmlformats.org/officeDocument/2006/relationships/image" Target="/ppt/media/image11.png" Id="R351bf71304e84138" /><Relationship Type="http://schemas.openxmlformats.org/officeDocument/2006/relationships/image" Target="/ppt/media/image12.png" Id="Rbe1f2e33087d49b3" /><Relationship Type="http://schemas.openxmlformats.org/officeDocument/2006/relationships/image" Target="/ppt/media/image3.png" Id="R6233a675244445fc" /><Relationship Type="http://schemas.openxmlformats.org/officeDocument/2006/relationships/image" Target="/ppt/media/image4.png" Id="Rc1d9c0895fa84c72" /><Relationship Type="http://schemas.openxmlformats.org/officeDocument/2006/relationships/image" Target="/ppt/media/image5.png" Id="R26097b8a208848f6" /><Relationship Type="http://schemas.openxmlformats.org/officeDocument/2006/relationships/image" Target="/ppt/media/image6.png" Id="Rb9807a876f414835" /><Relationship Type="http://schemas.openxmlformats.org/officeDocument/2006/relationships/image" Target="/ppt/media/image2.png" Id="R961e543d666442cf" /><Relationship Type="http://schemas.openxmlformats.org/officeDocument/2006/relationships/image" Target="/ppt/media/image20.png" Id="Rfc646ce0f76740fd" /><Relationship Type="http://schemas.openxmlformats.org/officeDocument/2006/relationships/image" Target="/ppt/media/image50.png" Id="Rb040c02380704f88" /><Relationship Type="http://schemas.openxmlformats.org/officeDocument/2006/relationships/image" Target="/ppt/media/image51.png" Id="Ra765f9465836401c" /><Relationship Type="http://schemas.openxmlformats.org/officeDocument/2006/relationships/image" Target="/ppt/media/image52.png" Id="R54d9b43b426247f6" /><Relationship Type="http://schemas.openxmlformats.org/officeDocument/2006/relationships/notesSlide" Target="/ppt/notesSlides/notesSlide11.xml" Id="Rabe80544c2884c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4e789d67a49ea" /><Relationship Type="http://schemas.openxmlformats.org/officeDocument/2006/relationships/image" Target="/ppt/media/image.png" Id="Rb4ff6b3f71974a2c" /><Relationship Type="http://schemas.openxmlformats.org/officeDocument/2006/relationships/image" Target="/ppt/media/image3.png" Id="Rd087aa0a1e9f4d4c" /><Relationship Type="http://schemas.openxmlformats.org/officeDocument/2006/relationships/image" Target="/ppt/media/image4.png" Id="Re159f7eea8494f90" /><Relationship Type="http://schemas.openxmlformats.org/officeDocument/2006/relationships/image" Target="/ppt/media/image5.png" Id="R69f03f6b4d0a49ae" /><Relationship Type="http://schemas.openxmlformats.org/officeDocument/2006/relationships/image" Target="/ppt/media/image6.png" Id="Rd7cde9dc09114523" /><Relationship Type="http://schemas.openxmlformats.org/officeDocument/2006/relationships/image" Target="/ppt/media/image7.png" Id="R26ba03f39e6d48f1" /><Relationship Type="http://schemas.openxmlformats.org/officeDocument/2006/relationships/image" Target="/ppt/media/image53.png" Id="R86fa41849f234e8f" /><Relationship Type="http://schemas.openxmlformats.org/officeDocument/2006/relationships/image" Target="/ppt/media/image8.png" Id="R5ffa9a85021b4db9" /><Relationship Type="http://schemas.openxmlformats.org/officeDocument/2006/relationships/image" Target="/ppt/media/image9.png" Id="R35266229501140cc" /><Relationship Type="http://schemas.openxmlformats.org/officeDocument/2006/relationships/image" Target="/ppt/media/image10.png" Id="R78cd0c8055f248e1" /><Relationship Type="http://schemas.openxmlformats.org/officeDocument/2006/relationships/notesSlide" Target="/ppt/notesSlides/notesSlide12.xml" Id="R22204ccd9c5043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7" name="Google Shape;8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05b2847e4547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64973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8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bd5bdae2c845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9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b4567640048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5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91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ad0b5bbeae4e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90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92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71cb026ef7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62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93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ef29e8af2849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34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3" name="Google Shape;9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0d70b67ea347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70376" y="4394200"/>
            <a:ext cx="119380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4" name="Google Shape;95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71cb026ef7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73776" y="47371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5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71cb026ef7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56376" y="47371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6" name="Google Shape;9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e9d6bcce5b4d3b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56515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9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e9d6bcce5b4d3b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63881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9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e9d6bcce5b4d3b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71247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0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719e8f47804c42">
            <a:alphaModFix amt="1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180000">
            <a:off x="13017500" y="8432800"/>
            <a:ext cx="2476500" cy="207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0" name="Google Shape;101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9c5662ee2845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77763" y="2895600"/>
            <a:ext cx="2971800" cy="10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1" name="Google Shape;102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9c5662ee2845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77763" y="3479800"/>
            <a:ext cx="2971800" cy="10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1">
            <a:extLst xmlns:a="http://schemas.openxmlformats.org/drawingml/2006/main">
              <a:ext uri="{FF2B5EF4-FFF2-40B4-BE49-F238E27FC236}">
                <a16:creationId xmlns:a16="http://schemas.microsoft.com/office/drawing/2014/main" id="{A9A72E03-AB56-4729-B648-F30FDD10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876" y="2540000"/>
            <a:ext cx="596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sz="8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검증형</a:t>
            </a:r>
          </a:p>
        </p:txBody>
      </p:sp>
      <p:sp>
        <p:nvSpPr>
          <p:cNvPr id="104" name="Google Shape;104;p1">
            <a:extLst xmlns:a="http://schemas.openxmlformats.org/drawingml/2006/main">
              <a:ext uri="{FF2B5EF4-FFF2-40B4-BE49-F238E27FC236}">
                <a16:creationId xmlns:a16="http://schemas.microsoft.com/office/drawing/2014/main" id="{CF831D1D-1BCE-4915-B92F-193590BA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976" y="4076700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sz="8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Answervice</a:t>
            </a:r>
          </a:p>
        </p:txBody>
      </p:sp>
      <p:sp>
        <p:nvSpPr>
          <p:cNvPr id="105" name="Google Shape;105;p1">
            <a:extLst xmlns:a="http://schemas.openxmlformats.org/drawingml/2006/main">
              <a:ext uri="{FF2B5EF4-FFF2-40B4-BE49-F238E27FC236}">
                <a16:creationId xmlns:a16="http://schemas.microsoft.com/office/drawing/2014/main" id="{66C0BC72-5A98-43C7-8EB4-D3EF8F59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655" y="5626100"/>
            <a:ext cx="6172200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sz="8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분석·리포트</a:t>
            </a:r>
          </a:p>
        </p:txBody>
      </p:sp>
      <p:sp>
        <p:nvSpPr>
          <p:cNvPr id="106" name="Google Shape;106;p1">
            <a:extLst xmlns:a="http://schemas.openxmlformats.org/drawingml/2006/main">
              <a:ext uri="{FF2B5EF4-FFF2-40B4-BE49-F238E27FC236}">
                <a16:creationId xmlns:a16="http://schemas.microsoft.com/office/drawing/2014/main" id="{97C7CCC3-3223-43DD-9EEF-9840EBE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721" y="2311400"/>
            <a:ext cx="6223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sz="110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107" name="Google Shape;107;p1">
            <a:extLst xmlns:a="http://schemas.openxmlformats.org/drawingml/2006/main">
              <a:ext uri="{FF2B5EF4-FFF2-40B4-BE49-F238E27FC236}">
                <a16:creationId xmlns:a16="http://schemas.microsoft.com/office/drawing/2014/main" id="{DDBA2AF3-1996-4C6A-814D-A94DFE5C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085" y="5473700"/>
            <a:ext cx="1308100" cy="2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sz="157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08" name="Google Shape;108;p1">
            <a:extLst xmlns:a="http://schemas.openxmlformats.org/drawingml/2006/main">
              <a:ext uri="{FF2B5EF4-FFF2-40B4-BE49-F238E27FC236}">
                <a16:creationId xmlns:a16="http://schemas.microsoft.com/office/drawing/2014/main" id="{055BB137-6A4D-46F8-879F-3A41EAB9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476" y="5626100"/>
            <a:ext cx="1993900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sz="86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[     ]</a:t>
            </a:r>
          </a:p>
        </p:txBody>
      </p:sp>
      <p:sp>
        <p:nvSpPr>
          <p:cNvPr id="109" name="Google Shape;109;p1">
            <a:extLst xmlns:a="http://schemas.openxmlformats.org/drawingml/2006/main">
              <a:ext uri="{FF2B5EF4-FFF2-40B4-BE49-F238E27FC236}">
                <a16:creationId xmlns:a16="http://schemas.microsoft.com/office/drawing/2014/main" id="{78280859-2163-4ADF-AC52-6CEC2CCB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181100"/>
            <a:ext cx="546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대주제명: LLM 기반 대화형 데이터 분석·자동 리포팅</a:t>
            </a:r>
          </a:p>
        </p:txBody>
      </p:sp>
      <p:sp>
        <p:nvSpPr>
          <p:cNvPr id="110" name="Google Shape;110;p1">
            <a:extLst xmlns:a="http://schemas.openxmlformats.org/drawingml/2006/main">
              <a:ext uri="{FF2B5EF4-FFF2-40B4-BE49-F238E27FC236}">
                <a16:creationId xmlns:a16="http://schemas.microsoft.com/office/drawing/2014/main" id="{E2CBCEB3-8C69-4EAA-ADF1-DBE3DF2B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181100"/>
            <a:ext cx="3200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SK네트웍스 Family AI 캠프 29기</a:t>
            </a:r>
          </a:p>
        </p:txBody>
      </p:sp>
      <p:sp>
        <p:nvSpPr>
          <p:cNvPr id="111" name="Google Shape;111;p1">
            <a:extLst xmlns:a="http://schemas.openxmlformats.org/drawingml/2006/main">
              <a:ext uri="{FF2B5EF4-FFF2-40B4-BE49-F238E27FC236}">
                <a16:creationId xmlns:a16="http://schemas.microsoft.com/office/drawing/2014/main" id="{A0CE49C4-531B-4BE5-A32D-9348261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7937500"/>
            <a:ext cx="5842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 3Team {</a:t>
            </a:r>
          </a:p>
          <a:p xmlns:a="http://schemas.openxmlformats.org/drawingml/2006/main">
            <a:pPr marL="0" marR="0" lvl="0" indent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presenter = 박준희</a:t>
            </a:r>
          </a:p>
          <a:p xmlns:a="http://schemas.openxmlformats.org/drawingml/2006/main">
            <a:pPr marL="0" marR="0" lvl="0" indent="0" algn="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// 박준희 · 정승 · 윤대성 · 김재홍 · 송민지</a:t>
            </a:r>
          </a:p>
        </p:txBody>
      </p:sp>
      <p:sp>
        <p:nvSpPr>
          <p:cNvPr id="114" name="Google Shape;114;p1">
            <a:extLst xmlns:a="http://schemas.openxmlformats.org/drawingml/2006/main">
              <a:ext uri="{FF2B5EF4-FFF2-40B4-BE49-F238E27FC236}">
                <a16:creationId xmlns:a16="http://schemas.microsoft.com/office/drawing/2014/main" id="{FAC31989-78CF-4E30-BB8C-B69A4F46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-1054100"/>
            <a:ext cx="1511300" cy="478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sz="269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115" name="Google Shape;115;p1">
            <a:extLst xmlns:a="http://schemas.openxmlformats.org/drawingml/2006/main">
              <a:ext uri="{FF2B5EF4-FFF2-40B4-BE49-F238E27FC236}">
                <a16:creationId xmlns:a16="http://schemas.microsoft.com/office/drawing/2014/main" id="{37AABAD9-D3A5-4E13-A285-BDB68EB0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00" y="2324100"/>
            <a:ext cx="2489200" cy="53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sz="299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16" name="Google Shape;116;p1">
            <a:extLst xmlns:a="http://schemas.openxmlformats.org/drawingml/2006/main">
              <a:ext uri="{FF2B5EF4-FFF2-40B4-BE49-F238E27FC236}">
                <a16:creationId xmlns:a16="http://schemas.microsoft.com/office/drawing/2014/main" id="{49CB23B0-7507-463B-90F6-461AA8CA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7" name="Google Shape;117;p1">
            <a:extLst xmlns:a="http://schemas.openxmlformats.org/drawingml/2006/main">
              <a:ext uri="{FF2B5EF4-FFF2-40B4-BE49-F238E27FC236}">
                <a16:creationId xmlns:a16="http://schemas.microsoft.com/office/drawing/2014/main" id="{371BCEE9-3793-460C-8DAF-94C08F28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8" name="Google Shape;118;p1">
            <a:extLst xmlns:a="http://schemas.openxmlformats.org/drawingml/2006/main">
              <a:ext uri="{FF2B5EF4-FFF2-40B4-BE49-F238E27FC236}">
                <a16:creationId xmlns:a16="http://schemas.microsoft.com/office/drawing/2014/main" id="{A73CE098-02E1-4E19-A2D1-FB39BA7D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9" name="Google Shape;119;p1">
            <a:extLst xmlns:a="http://schemas.openxmlformats.org/drawingml/2006/main">
              <a:ext uri="{FF2B5EF4-FFF2-40B4-BE49-F238E27FC236}">
                <a16:creationId xmlns:a16="http://schemas.microsoft.com/office/drawing/2014/main" id="{65B96CAB-EB20-4CB0-8C6B-B376CE3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0" name="Google Shape;120;p1">
            <a:extLst xmlns:a="http://schemas.openxmlformats.org/drawingml/2006/main">
              <a:ext uri="{FF2B5EF4-FFF2-40B4-BE49-F238E27FC236}">
                <a16:creationId xmlns:a16="http://schemas.microsoft.com/office/drawing/2014/main" id="{0E5FBC27-7A54-41F2-81AF-34AEA9E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1" name="Google Shape;121;p1">
            <a:extLst xmlns:a="http://schemas.openxmlformats.org/drawingml/2006/main">
              <a:ext uri="{FF2B5EF4-FFF2-40B4-BE49-F238E27FC236}">
                <a16:creationId xmlns:a16="http://schemas.microsoft.com/office/drawing/2014/main" id="{A5C0154C-969C-4FDF-96B7-36E3AEB3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6653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2" name="Google Shape;12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023fcefb784f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3" name="Google Shape;12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3ef56be2f24a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9" name="Google Shape;129;p2">
            <a:extLst xmlns:a="http://schemas.openxmlformats.org/drawingml/2006/main">
              <a:ext uri="{FF2B5EF4-FFF2-40B4-BE49-F238E27FC236}">
                <a16:creationId xmlns:a16="http://schemas.microsoft.com/office/drawing/2014/main" id="{82BC26B8-0037-4FF8-B709-F7F632E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  <p:sp>
        <p:nvSpPr>
          <p:cNvPr id="130" name="Google Shape;130;p2">
            <a:extLst xmlns:a="http://schemas.openxmlformats.org/drawingml/2006/main">
              <a:ext uri="{FF2B5EF4-FFF2-40B4-BE49-F238E27FC236}">
                <a16:creationId xmlns:a16="http://schemas.microsoft.com/office/drawing/2014/main" id="{295FBABF-F111-498A-A472-5D9E4B6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35433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pic>
        <p:nvPicPr>
          <p:cNvPr id="186" name="Google Shape;13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9eb38d12134d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7" name="Google Shape;13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618d326f44f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2603500"/>
            <a:ext cx="61087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8" name="Google Shape;13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2c7e0cf2ae42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90000" y="2603500"/>
            <a:ext cx="85344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9" name="Google Shape;134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2c7e0cf2ae42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90000" y="7531100"/>
            <a:ext cx="85344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0" name="Google Shape;135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40154c4ddc49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90000" y="5067300"/>
            <a:ext cx="85344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1" name="Google Shape;13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ed570abe141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99400" y="3530600"/>
            <a:ext cx="10414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2" name="Google Shape;13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ed570abe141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99400" y="5994400"/>
            <a:ext cx="10414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3" name="Google Shape;13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ed570abe141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99400" y="8445500"/>
            <a:ext cx="10414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4" name="Google Shape;13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70eeba366e4d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2971800" y="3530600"/>
            <a:ext cx="13462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0" name="Google Shape;140;p2">
            <a:extLst xmlns:a="http://schemas.openxmlformats.org/drawingml/2006/main">
              <a:ext uri="{FF2B5EF4-FFF2-40B4-BE49-F238E27FC236}">
                <a16:creationId xmlns:a16="http://schemas.microsoft.com/office/drawing/2014/main" id="{DA6651D3-5B08-42BF-A414-B9D6456B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0" y="2844800"/>
            <a:ext cx="34671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sp>
        <p:nvSpPr>
          <p:cNvPr id="141" name="Google Shape;141;p2">
            <a:extLst xmlns:a="http://schemas.openxmlformats.org/drawingml/2006/main">
              <a:ext uri="{FF2B5EF4-FFF2-40B4-BE49-F238E27FC236}">
                <a16:creationId xmlns:a16="http://schemas.microsoft.com/office/drawing/2014/main" id="{BE96619E-E984-4406-BB51-68A49EC9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2933700"/>
            <a:ext cx="1295400" cy="13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</a:t>
            </a:r>
          </a:p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97" name="Google Shape;14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5a88b66fda47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5067300"/>
            <a:ext cx="61087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8" name="Google Shape;14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1986814fab4d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2971800" y="5994400"/>
            <a:ext cx="13462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4" name="Google Shape;144;p2">
            <a:extLst xmlns:a="http://schemas.openxmlformats.org/drawingml/2006/main">
              <a:ext uri="{FF2B5EF4-FFF2-40B4-BE49-F238E27FC236}">
                <a16:creationId xmlns:a16="http://schemas.microsoft.com/office/drawing/2014/main" id="{291A0080-900F-48B4-9CE5-522B76A2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0" y="5308600"/>
            <a:ext cx="34671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진행 현황</a:t>
            </a:r>
          </a:p>
        </p:txBody>
      </p:sp>
      <p:sp>
        <p:nvSpPr>
          <p:cNvPr id="145" name="Google Shape;145;p2">
            <a:extLst xmlns:a="http://schemas.openxmlformats.org/drawingml/2006/main">
              <a:ext uri="{FF2B5EF4-FFF2-40B4-BE49-F238E27FC236}">
                <a16:creationId xmlns:a16="http://schemas.microsoft.com/office/drawing/2014/main" id="{C750B131-7B18-4033-A913-CE7B5BED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5397500"/>
            <a:ext cx="1295400" cy="13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</a:t>
            </a:r>
          </a:p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01" name="Google Shape;14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618d326f44f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7531100"/>
            <a:ext cx="6108700" cy="18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2" name="Google Shape;14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70eeba366e4d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2971800" y="8458200"/>
            <a:ext cx="13462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3" name="Google Shape;148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6071d80a254d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4" name="Google Shape;14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3ef259051d44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5" name="Google Shape;150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429e94326541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6" name="Google Shape;151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7f4ed518f64d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2" name="Google Shape;152;p2">
            <a:extLst xmlns:a="http://schemas.openxmlformats.org/drawingml/2006/main">
              <a:ext uri="{FF2B5EF4-FFF2-40B4-BE49-F238E27FC236}">
                <a16:creationId xmlns:a16="http://schemas.microsoft.com/office/drawing/2014/main" id="{91B63185-01B7-4173-A431-3A7F56DA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0" y="7772400"/>
            <a:ext cx="34671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예상 결과 목표</a:t>
            </a:r>
          </a:p>
        </p:txBody>
      </p:sp>
      <p:sp>
        <p:nvSpPr>
          <p:cNvPr id="153" name="Google Shape;153;p2">
            <a:extLst xmlns:a="http://schemas.openxmlformats.org/drawingml/2006/main">
              <a:ext uri="{FF2B5EF4-FFF2-40B4-BE49-F238E27FC236}">
                <a16:creationId xmlns:a16="http://schemas.microsoft.com/office/drawing/2014/main" id="{23AA4613-57DB-4BF6-85E5-CC80390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7861300"/>
            <a:ext cx="1295400" cy="130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</a:t>
            </a:r>
          </a:p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sz="40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4" name="Google Shape;154;p2">
            <a:extLst xmlns:a="http://schemas.openxmlformats.org/drawingml/2006/main">
              <a:ext uri="{FF2B5EF4-FFF2-40B4-BE49-F238E27FC236}">
                <a16:creationId xmlns:a16="http://schemas.microsoft.com/office/drawing/2014/main" id="{45062D8A-4584-4683-AC13-6AED8F4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03530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① 문제와 사용자</a:t>
            </a:r>
          </a:p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② 해법과 통제 흐름</a:t>
            </a:r>
          </a:p>
        </p:txBody>
      </p:sp>
      <p:sp>
        <p:nvSpPr>
          <p:cNvPr id="155" name="Google Shape;155;p2">
            <a:extLst xmlns:a="http://schemas.openxmlformats.org/drawingml/2006/main">
              <a:ext uri="{FF2B5EF4-FFF2-40B4-BE49-F238E27FC236}">
                <a16:creationId xmlns:a16="http://schemas.microsoft.com/office/drawing/2014/main" id="{98BD003A-908B-4FA3-BBCE-59C9556A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549910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③ WBS·Gate 현황</a:t>
            </a:r>
          </a:p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④ 이슈와 독립 진행</a:t>
            </a:r>
          </a:p>
        </p:txBody>
      </p:sp>
      <p:sp>
        <p:nvSpPr>
          <p:cNvPr id="156" name="Google Shape;156;p2">
            <a:extLst xmlns:a="http://schemas.openxmlformats.org/drawingml/2006/main">
              <a:ext uri="{FF2B5EF4-FFF2-40B4-BE49-F238E27FC236}">
                <a16:creationId xmlns:a16="http://schemas.microsoft.com/office/drawing/2014/main" id="{2BF95AE7-E699-4CE7-8FE4-6CB85E6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7962900"/>
            <a:ext cx="5346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⑤ 정량·정성 목표</a:t>
            </a:r>
          </a:p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⑥ 다음 단계·Q&amp;A</a:t>
            </a:r>
          </a:p>
        </p:txBody>
      </p:sp>
      <p:sp>
        <p:nvSpPr>
          <p:cNvPr id="157" name="Google Shape;157;p2">
            <a:extLst xmlns:a="http://schemas.openxmlformats.org/drawingml/2006/main">
              <a:ext uri="{FF2B5EF4-FFF2-40B4-BE49-F238E27FC236}">
                <a16:creationId xmlns:a16="http://schemas.microsoft.com/office/drawing/2014/main" id="{1A6913C3-49F5-4E2D-8B10-590C709C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8" name="Google Shape;158;p2">
            <a:extLst xmlns:a="http://schemas.openxmlformats.org/drawingml/2006/main">
              <a:ext uri="{FF2B5EF4-FFF2-40B4-BE49-F238E27FC236}">
                <a16:creationId xmlns:a16="http://schemas.microsoft.com/office/drawing/2014/main" id="{089B2049-3784-40A3-BB98-F005143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9" name="Google Shape;159;p2">
            <a:extLst xmlns:a="http://schemas.openxmlformats.org/drawingml/2006/main">
              <a:ext uri="{FF2B5EF4-FFF2-40B4-BE49-F238E27FC236}">
                <a16:creationId xmlns:a16="http://schemas.microsoft.com/office/drawing/2014/main" id="{A41F0524-5977-46FF-AA75-9E76CCBC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0" name="Google Shape;160;p2">
            <a:extLst xmlns:a="http://schemas.openxmlformats.org/drawingml/2006/main">
              <a:ext uri="{FF2B5EF4-FFF2-40B4-BE49-F238E27FC236}">
                <a16:creationId xmlns:a16="http://schemas.microsoft.com/office/drawing/2014/main" id="{2F166818-C985-4FCA-A9E1-C0C443B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1" name="Google Shape;161;p2">
            <a:extLst xmlns:a="http://schemas.openxmlformats.org/drawingml/2006/main">
              <a:ext uri="{FF2B5EF4-FFF2-40B4-BE49-F238E27FC236}">
                <a16:creationId xmlns:a16="http://schemas.microsoft.com/office/drawing/2014/main" id="{324DE6CF-3D80-415D-B9B0-E347F79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2" name="Google Shape;162;p2">
            <a:extLst xmlns:a="http://schemas.openxmlformats.org/drawingml/2006/main">
              <a:ext uri="{FF2B5EF4-FFF2-40B4-BE49-F238E27FC236}">
                <a16:creationId xmlns:a16="http://schemas.microsoft.com/office/drawing/2014/main" id="{73C54DD4-3D74-4A2C-BA7F-C1FC661E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8487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1" name="Google Shape;16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992f9df0934e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64973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2" name="Google Shape;16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fdd5e606dd4e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5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3" name="Google Shape;16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6e8393e59b47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90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4" name="Google Shape;17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955a43f6a14c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62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5" name="Google Shape;171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288ee4083e41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34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6" name="Google Shape;172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4e49bf3f1488d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56515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7" name="Google Shape;173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4e49bf3f1488d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63881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8" name="Google Shape;174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4e49bf3f1488d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71247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Google Shape;175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1c7a4389634c5c">
            <a:alphaModFix amt="1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180000">
            <a:off x="13017500" y="8432800"/>
            <a:ext cx="2476500" cy="207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6" name="Google Shape;176;p3">
            <a:extLst xmlns:a="http://schemas.openxmlformats.org/drawingml/2006/main">
              <a:ext uri="{FF2B5EF4-FFF2-40B4-BE49-F238E27FC236}">
                <a16:creationId xmlns:a16="http://schemas.microsoft.com/office/drawing/2014/main" id="{682D0573-8B7D-42F9-8C68-297D0E0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888" y="4758785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sz="8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개요</a:t>
            </a:r>
          </a:p>
        </p:txBody>
      </p:sp>
      <p:sp>
        <p:nvSpPr>
          <p:cNvPr id="177" name="Google Shape;177;p3">
            <a:extLst xmlns:a="http://schemas.openxmlformats.org/drawingml/2006/main">
              <a:ext uri="{FF2B5EF4-FFF2-40B4-BE49-F238E27FC236}">
                <a16:creationId xmlns:a16="http://schemas.microsoft.com/office/drawing/2014/main" id="{A5C45426-3FDA-48D3-BFDB-E973C12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181100"/>
            <a:ext cx="500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대주제명: LLM 기반 대화형 데이터 분석·자동 리포팅</a:t>
            </a:r>
          </a:p>
        </p:txBody>
      </p:sp>
      <p:sp>
        <p:nvSpPr>
          <p:cNvPr id="178" name="Google Shape;178;p3">
            <a:extLst xmlns:a="http://schemas.openxmlformats.org/drawingml/2006/main">
              <a:ext uri="{FF2B5EF4-FFF2-40B4-BE49-F238E27FC236}">
                <a16:creationId xmlns:a16="http://schemas.microsoft.com/office/drawing/2014/main" id="{011C24C2-6AE8-41BE-96E7-BF64B77A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181100"/>
            <a:ext cx="3200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SK네트웍스 Family AI 캠프 29기</a:t>
            </a:r>
          </a:p>
        </p:txBody>
      </p:sp>
      <p:sp>
        <p:nvSpPr>
          <p:cNvPr id="179" name="Google Shape;179;p3">
            <a:extLst xmlns:a="http://schemas.openxmlformats.org/drawingml/2006/main">
              <a:ext uri="{FF2B5EF4-FFF2-40B4-BE49-F238E27FC236}">
                <a16:creationId xmlns:a16="http://schemas.microsoft.com/office/drawing/2014/main" id="{BB4B4710-C46D-4C0C-BFFB-C0FA4F10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-1054100"/>
            <a:ext cx="1511300" cy="478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sz="269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180" name="Google Shape;180;p3">
            <a:extLst xmlns:a="http://schemas.openxmlformats.org/drawingml/2006/main">
              <a:ext uri="{FF2B5EF4-FFF2-40B4-BE49-F238E27FC236}">
                <a16:creationId xmlns:a16="http://schemas.microsoft.com/office/drawing/2014/main" id="{A1E19186-B8A9-4538-8542-2294C086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00" y="2324100"/>
            <a:ext cx="2489200" cy="53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sz="299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181" name="Google Shape;181;p3">
            <a:extLst xmlns:a="http://schemas.openxmlformats.org/drawingml/2006/main">
              <a:ext uri="{FF2B5EF4-FFF2-40B4-BE49-F238E27FC236}">
                <a16:creationId xmlns:a16="http://schemas.microsoft.com/office/drawing/2014/main" id="{B9423E64-36C1-4026-A249-FCC2F51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695700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0" i="0" u="none" cap="none">
                <a:solidFill>
                  <a:srgbClr val="00B0F0"/>
                </a:solidFill>
                <a:latin typeface="Arial"/>
                <a:ea typeface="Arial"/>
                <a:cs typeface="Arial"/>
              </a:rPr>
              <a:t>PART 01</a:t>
            </a:r>
          </a:p>
        </p:txBody>
      </p:sp>
    </p:spTree>
    <p:extLst>
      <p:ext uri="{BB962C8B-B14F-4D97-AF65-F5344CB8AC3E}">
        <p14:creationId xmlns:p14="http://schemas.microsoft.com/office/powerpoint/2010/main" val="1322249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18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d6efbcc39445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9" name="Google Shape;187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c420e69c174d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4">
            <a:extLst xmlns:a="http://schemas.openxmlformats.org/drawingml/2006/main">
              <a:ext uri="{FF2B5EF4-FFF2-40B4-BE49-F238E27FC236}">
                <a16:creationId xmlns:a16="http://schemas.microsoft.com/office/drawing/2014/main" id="{DD2F95BD-24B2-4284-BC31-63AD228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  <p:sp>
        <p:nvSpPr>
          <p:cNvPr id="189" name="Google Shape;189;p4">
            <a:extLst xmlns:a="http://schemas.openxmlformats.org/drawingml/2006/main">
              <a:ext uri="{FF2B5EF4-FFF2-40B4-BE49-F238E27FC236}">
                <a16:creationId xmlns:a16="http://schemas.microsoft.com/office/drawing/2014/main" id="{3FA8504F-08CE-4223-B75F-11E2F3C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pic>
        <p:nvPicPr>
          <p:cNvPr id="242" name="Google Shape;19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7c1c9f9b9c43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3" name="Google Shape;191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a553a4b7eb42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8067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192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abbb2befe94e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2603500"/>
            <a:ext cx="5549900" cy="3276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5" name="Google Shape;19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6ca0975a91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21800" y="2603500"/>
            <a:ext cx="8102600" cy="1511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6" name="Google Shape;19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6ca0975a91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21800" y="4368800"/>
            <a:ext cx="8102600" cy="1511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7" name="Google Shape;195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6ca0975a91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21800" y="6134100"/>
            <a:ext cx="8102600" cy="1511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8" name="Google Shape;19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6ca0975a91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21800" y="7912100"/>
            <a:ext cx="8102600" cy="1511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9" name="Google Shape;197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fdbbdaa49b40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88300" y="5600700"/>
            <a:ext cx="673100" cy="812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0" name="Google Shape;198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abbb2befe94e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6134100"/>
            <a:ext cx="5549900" cy="3276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1" name="Google Shape;19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7524b1a314b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2120900" y="3924300"/>
            <a:ext cx="48895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2" name="Google Shape;20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7524b1a314b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2120900" y="7454900"/>
            <a:ext cx="48895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3" name="Google Shape;201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8897129f1547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4" name="Google Shape;202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75d4b92b9042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5" name="Google Shape;20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c5d6b0c40d4b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6" name="Google Shape;20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948bcef7f64f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5" name="Google Shape;205;p4">
            <a:extLst xmlns:a="http://schemas.openxmlformats.org/drawingml/2006/main">
              <a:ext uri="{FF2B5EF4-FFF2-40B4-BE49-F238E27FC236}">
                <a16:creationId xmlns:a16="http://schemas.microsoft.com/office/drawing/2014/main" id="{034124DE-D26D-4F1E-A1C5-8AA9DE1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206" name="Google Shape;206;p4">
            <a:extLst xmlns:a="http://schemas.openxmlformats.org/drawingml/2006/main">
              <a:ext uri="{FF2B5EF4-FFF2-40B4-BE49-F238E27FC236}">
                <a16:creationId xmlns:a16="http://schemas.microsoft.com/office/drawing/2014/main" id="{6FA7B740-91BE-41C5-BDBA-0D352C17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34798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개요</a:t>
            </a:r>
          </a:p>
        </p:txBody>
      </p:sp>
      <p:sp>
        <p:nvSpPr>
          <p:cNvPr id="207" name="Google Shape;207;p4">
            <a:extLst xmlns:a="http://schemas.openxmlformats.org/drawingml/2006/main">
              <a:ext uri="{FF2B5EF4-FFF2-40B4-BE49-F238E27FC236}">
                <a16:creationId xmlns:a16="http://schemas.microsoft.com/office/drawing/2014/main" id="{8EAF507C-44FE-4D3C-BF3E-70E17D9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8" name="Google Shape;208;p4">
            <a:extLst xmlns:a="http://schemas.openxmlformats.org/drawingml/2006/main">
              <a:ext uri="{FF2B5EF4-FFF2-40B4-BE49-F238E27FC236}">
                <a16:creationId xmlns:a16="http://schemas.microsoft.com/office/drawing/2014/main" id="{DA47051E-3AD8-4B45-ABF9-35D940C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9" name="Google Shape;209;p4">
            <a:extLst xmlns:a="http://schemas.openxmlformats.org/drawingml/2006/main">
              <a:ext uri="{FF2B5EF4-FFF2-40B4-BE49-F238E27FC236}">
                <a16:creationId xmlns:a16="http://schemas.microsoft.com/office/drawing/2014/main" id="{05059CC7-23AB-4CD3-971B-D453D2F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0" name="Google Shape;210;p4">
            <a:extLst xmlns:a="http://schemas.openxmlformats.org/drawingml/2006/main">
              <a:ext uri="{FF2B5EF4-FFF2-40B4-BE49-F238E27FC236}">
                <a16:creationId xmlns:a16="http://schemas.microsoft.com/office/drawing/2014/main" id="{425C0F64-706F-4C2B-A3B9-6021620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1" name="Google Shape;211;p4">
            <a:extLst xmlns:a="http://schemas.openxmlformats.org/drawingml/2006/main">
              <a:ext uri="{FF2B5EF4-FFF2-40B4-BE49-F238E27FC236}">
                <a16:creationId xmlns:a16="http://schemas.microsoft.com/office/drawing/2014/main" id="{AE75748A-2C30-416E-BB3D-91C8DE7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2" name="Google Shape;212;p4">
            <a:extLst xmlns:a="http://schemas.openxmlformats.org/drawingml/2006/main">
              <a:ext uri="{FF2B5EF4-FFF2-40B4-BE49-F238E27FC236}">
                <a16:creationId xmlns:a16="http://schemas.microsoft.com/office/drawing/2014/main" id="{D0295398-0906-474A-B34F-611F5A5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3" name="Google Shape;213;p4">
            <a:extLst xmlns:a="http://schemas.openxmlformats.org/drawingml/2006/main">
              <a:ext uri="{FF2B5EF4-FFF2-40B4-BE49-F238E27FC236}">
                <a16:creationId xmlns:a16="http://schemas.microsoft.com/office/drawing/2014/main" id="{DEF139E6-809D-4385-BF7A-4D56564F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2600"/>
            <a:ext cx="7607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sz="3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문제 | 분산된 5개 소스와 수작업 보고</a:t>
            </a:r>
          </a:p>
        </p:txBody>
      </p:sp>
      <p:sp>
        <p:nvSpPr>
          <p:cNvPr id="214" name="Google Shape;214;p4">
            <a:extLst xmlns:a="http://schemas.openxmlformats.org/drawingml/2006/main">
              <a:ext uri="{FF2B5EF4-FFF2-40B4-BE49-F238E27FC236}">
                <a16:creationId xmlns:a16="http://schemas.microsoft.com/office/drawing/2014/main" id="{0ED8DF89-4FE3-416F-B3C5-A3DA760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4787900"/>
            <a:ext cx="76454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sz="3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해법 | DataHub Context와 Trino 조회</a:t>
            </a:r>
          </a:p>
        </p:txBody>
      </p:sp>
      <p:sp>
        <p:nvSpPr>
          <p:cNvPr id="215" name="Google Shape;215;p4">
            <a:extLst xmlns:a="http://schemas.openxmlformats.org/drawingml/2006/main">
              <a:ext uri="{FF2B5EF4-FFF2-40B4-BE49-F238E27FC236}">
                <a16:creationId xmlns:a16="http://schemas.microsoft.com/office/drawing/2014/main" id="{814723DA-6CFA-4546-B1D0-1326B74D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6553200"/>
            <a:ext cx="7670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sz="3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통제 | FastAPI Controller의 G1·G2·G3</a:t>
            </a:r>
          </a:p>
        </p:txBody>
      </p:sp>
      <p:sp>
        <p:nvSpPr>
          <p:cNvPr id="216" name="Google Shape;216;p4">
            <a:extLst xmlns:a="http://schemas.openxmlformats.org/drawingml/2006/main">
              <a:ext uri="{FF2B5EF4-FFF2-40B4-BE49-F238E27FC236}">
                <a16:creationId xmlns:a16="http://schemas.microsoft.com/office/drawing/2014/main" id="{83DA059C-8380-479B-8211-088E5142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8331200"/>
            <a:ext cx="78105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sz="3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결과 | Evidence·Artifact를 Report로 재사용</a:t>
            </a:r>
          </a:p>
        </p:txBody>
      </p:sp>
      <p:sp>
        <p:nvSpPr>
          <p:cNvPr id="217" name="Google Shape;217;p4">
            <a:extLst xmlns:a="http://schemas.openxmlformats.org/drawingml/2006/main">
              <a:ext uri="{FF2B5EF4-FFF2-40B4-BE49-F238E27FC236}">
                <a16:creationId xmlns:a16="http://schemas.microsoft.com/office/drawing/2014/main" id="{EEF89342-CA69-4F3A-9003-AF607B9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3048000"/>
            <a:ext cx="51435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프로젝트 명</a:t>
            </a:r>
          </a:p>
        </p:txBody>
      </p:sp>
      <p:sp>
        <p:nvSpPr>
          <p:cNvPr id="218" name="Google Shape;218;p4">
            <a:extLst xmlns:a="http://schemas.openxmlformats.org/drawingml/2006/main">
              <a:ext uri="{FF2B5EF4-FFF2-40B4-BE49-F238E27FC236}">
                <a16:creationId xmlns:a16="http://schemas.microsoft.com/office/drawing/2014/main" id="{3CB53C2D-DD48-4A3C-B239-B17486AE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4305300"/>
            <a:ext cx="23749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Answervice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호텔 데이터 분석</a:t>
            </a:r>
          </a:p>
        </p:txBody>
      </p:sp>
      <p:sp>
        <p:nvSpPr>
          <p:cNvPr id="219" name="Google Shape;219;p4">
            <a:extLst xmlns:a="http://schemas.openxmlformats.org/drawingml/2006/main">
              <a:ext uri="{FF2B5EF4-FFF2-40B4-BE49-F238E27FC236}">
                <a16:creationId xmlns:a16="http://schemas.microsoft.com/office/drawing/2014/main" id="{328798FA-BD4B-47BC-94D6-00AD5F9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6565900"/>
            <a:ext cx="51181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개발 일정</a:t>
            </a:r>
          </a:p>
        </p:txBody>
      </p:sp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F0C06415-3DF2-44F2-89D5-3E460CA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300" y="78359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 07. 10. - 09. 03.</a:t>
            </a:r>
          </a:p>
        </p:txBody>
      </p:sp>
    </p:spTree>
    <p:extLst>
      <p:ext uri="{BB962C8B-B14F-4D97-AF65-F5344CB8AC3E}">
        <p14:creationId xmlns:p14="http://schemas.microsoft.com/office/powerpoint/2010/main" val="1489994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7" name="Google Shape;225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d7440f653c42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8" name="Google Shape;226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68240bd1f44d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9" name="Google Shape;22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52b56a6cf247a8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59600" y="3352800"/>
            <a:ext cx="5308600" cy="530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0" name="Google Shape;22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2f8191a48b4636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43800" y="3937000"/>
            <a:ext cx="4140200" cy="4140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1" name="Google Shape;22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10c6e6f159411b">
            <a:alphaModFix amt="5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51600" y="2857500"/>
            <a:ext cx="6311900" cy="6311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2" name="Google Shape;23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53be4e0424f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5168900" y="4178300"/>
            <a:ext cx="393700" cy="48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3" name="Google Shape;23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35519673594f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4" name="Google Shape;23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1f8ab9886049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5" name="Google Shape;23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c8dbc537d748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6" name="Google Shape;23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4027d6d5504d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7" name="Google Shape;235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e9595f26724b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0513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8" name="Google Shape;236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63c68bfe7048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2603500"/>
            <a:ext cx="71374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9" name="Google Shape;23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63c68bfe7048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8051800"/>
            <a:ext cx="71374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0" name="Google Shape;23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007c74798647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4927600"/>
            <a:ext cx="7137400" cy="215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1" name="Google Shape;23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53be4e0424f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13652500" y="4178300"/>
            <a:ext cx="393700" cy="48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2" name="Google Shape;24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007c74798647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87000" y="4927600"/>
            <a:ext cx="7137400" cy="215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3" name="Google Shape;241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63c68bfe7048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87000" y="2603500"/>
            <a:ext cx="71374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4" name="Google Shape;24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63c68bfe7048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87000" y="8051800"/>
            <a:ext cx="71374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5" name="Google Shape;243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5beb4c2fee4d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1981200" y="7086600"/>
            <a:ext cx="6769100" cy="901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6" name="Google Shape;24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8c5b48691349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10464800" y="7086600"/>
            <a:ext cx="6769100" cy="9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7" name="Google Shape;245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97f351bb0b42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8" name="Google Shape;246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53be4e0424f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5168900" y="7289800"/>
            <a:ext cx="393700" cy="48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9" name="Google Shape;247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f53be4e0424f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13652500" y="7289800"/>
            <a:ext cx="393700" cy="482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8" name="Google Shape;248;p5">
            <a:extLst xmlns:a="http://schemas.openxmlformats.org/drawingml/2006/main">
              <a:ext uri="{FF2B5EF4-FFF2-40B4-BE49-F238E27FC236}">
                <a16:creationId xmlns:a16="http://schemas.microsoft.com/office/drawing/2014/main" id="{EFAC2840-D334-40AB-8EF9-806FEC4E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249" name="Google Shape;249;p5">
            <a:extLst xmlns:a="http://schemas.openxmlformats.org/drawingml/2006/main">
              <a:ext uri="{FF2B5EF4-FFF2-40B4-BE49-F238E27FC236}">
                <a16:creationId xmlns:a16="http://schemas.microsoft.com/office/drawing/2014/main" id="{6D57148C-9C50-4BD5-868A-8E6B84F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0" name="Google Shape;250;p5">
            <a:extLst xmlns:a="http://schemas.openxmlformats.org/drawingml/2006/main">
              <a:ext uri="{FF2B5EF4-FFF2-40B4-BE49-F238E27FC236}">
                <a16:creationId xmlns:a16="http://schemas.microsoft.com/office/drawing/2014/main" id="{C1376943-D386-494D-8D14-E27FEFB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251" name="Google Shape;251;p5">
            <a:extLst xmlns:a="http://schemas.openxmlformats.org/drawingml/2006/main">
              <a:ext uri="{FF2B5EF4-FFF2-40B4-BE49-F238E27FC236}">
                <a16:creationId xmlns:a16="http://schemas.microsoft.com/office/drawing/2014/main" id="{32A5EE71-9A0A-403A-88F0-0CEA9F2A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34798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주요 기능</a:t>
            </a:r>
          </a:p>
        </p:txBody>
      </p:sp>
      <p:sp>
        <p:nvSpPr>
          <p:cNvPr id="252" name="Google Shape;252;p5">
            <a:extLst xmlns:a="http://schemas.openxmlformats.org/drawingml/2006/main">
              <a:ext uri="{FF2B5EF4-FFF2-40B4-BE49-F238E27FC236}">
                <a16:creationId xmlns:a16="http://schemas.microsoft.com/office/drawing/2014/main" id="{E10BC4E8-BD2F-4378-B562-E1F7340D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3" name="Google Shape;253;p5">
            <a:extLst xmlns:a="http://schemas.openxmlformats.org/drawingml/2006/main">
              <a:ext uri="{FF2B5EF4-FFF2-40B4-BE49-F238E27FC236}">
                <a16:creationId xmlns:a16="http://schemas.microsoft.com/office/drawing/2014/main" id="{88142A12-78A0-450A-9E38-C5A7B88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4" name="Google Shape;254;p5">
            <a:extLst xmlns:a="http://schemas.openxmlformats.org/drawingml/2006/main">
              <a:ext uri="{FF2B5EF4-FFF2-40B4-BE49-F238E27FC236}">
                <a16:creationId xmlns:a16="http://schemas.microsoft.com/office/drawing/2014/main" id="{544A3EE1-C67B-437C-BB2C-075791B2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5" name="Google Shape;255;p5">
            <a:extLst xmlns:a="http://schemas.openxmlformats.org/drawingml/2006/main">
              <a:ext uri="{FF2B5EF4-FFF2-40B4-BE49-F238E27FC236}">
                <a16:creationId xmlns:a16="http://schemas.microsoft.com/office/drawing/2014/main" id="{C63CF222-C65E-43D7-BE16-0DC8CD6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6" name="Google Shape;256;p5">
            <a:extLst xmlns:a="http://schemas.openxmlformats.org/drawingml/2006/main">
              <a:ext uri="{FF2B5EF4-FFF2-40B4-BE49-F238E27FC236}">
                <a16:creationId xmlns:a16="http://schemas.microsoft.com/office/drawing/2014/main" id="{100329C7-DFCB-4AE7-8DA6-FB51324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7" name="Google Shape;257;p5">
            <a:extLst xmlns:a="http://schemas.openxmlformats.org/drawingml/2006/main">
              <a:ext uri="{FF2B5EF4-FFF2-40B4-BE49-F238E27FC236}">
                <a16:creationId xmlns:a16="http://schemas.microsoft.com/office/drawing/2014/main" id="{3188E3B3-973C-468F-99C5-9421423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700" y="3022600"/>
            <a:ext cx="6629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자연어 분석</a:t>
            </a:r>
          </a:p>
        </p:txBody>
      </p:sp>
      <p:sp>
        <p:nvSpPr>
          <p:cNvPr id="258" name="Google Shape;258;p5">
            <a:extLst xmlns:a="http://schemas.openxmlformats.org/drawingml/2006/main">
              <a:ext uri="{FF2B5EF4-FFF2-40B4-BE49-F238E27FC236}">
                <a16:creationId xmlns:a16="http://schemas.microsoft.com/office/drawing/2014/main" id="{7A789420-B7F4-4688-93DF-83300ACC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0" y="5422900"/>
            <a:ext cx="37719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질문 → Context →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승인 SQL → 검증 결과</a:t>
            </a:r>
          </a:p>
        </p:txBody>
      </p:sp>
      <p:sp>
        <p:nvSpPr>
          <p:cNvPr id="259" name="Google Shape;259;p5">
            <a:extLst xmlns:a="http://schemas.openxmlformats.org/drawingml/2006/main">
              <a:ext uri="{FF2B5EF4-FFF2-40B4-BE49-F238E27FC236}">
                <a16:creationId xmlns:a16="http://schemas.microsoft.com/office/drawing/2014/main" id="{AD081A10-9D43-4C9A-BC1E-EBF11F26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8458200"/>
            <a:ext cx="66929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근거·표·차트</a:t>
            </a:r>
          </a:p>
        </p:txBody>
      </p:sp>
      <p:sp>
        <p:nvSpPr>
          <p:cNvPr id="260" name="Google Shape;260;p5">
            <a:extLst xmlns:a="http://schemas.openxmlformats.org/drawingml/2006/main">
              <a:ext uri="{FF2B5EF4-FFF2-40B4-BE49-F238E27FC236}">
                <a16:creationId xmlns:a16="http://schemas.microsoft.com/office/drawing/2014/main" id="{3048EFE5-3185-44D6-8E2A-1820C4B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300" y="3022600"/>
            <a:ext cx="63881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자동 리포팅</a:t>
            </a:r>
          </a:p>
        </p:txBody>
      </p:sp>
      <p:sp>
        <p:nvSpPr>
          <p:cNvPr id="261" name="Google Shape;261;p5">
            <a:extLst xmlns:a="http://schemas.openxmlformats.org/drawingml/2006/main">
              <a:ext uri="{FF2B5EF4-FFF2-40B4-BE49-F238E27FC236}">
                <a16:creationId xmlns:a16="http://schemas.microsoft.com/office/drawing/2014/main" id="{CE600EBF-D874-4AA6-9077-F3EB927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5422900"/>
            <a:ext cx="37719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 → Report →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수동·예약 실행</a:t>
            </a:r>
          </a:p>
        </p:txBody>
      </p:sp>
      <p:sp>
        <p:nvSpPr>
          <p:cNvPr id="262" name="Google Shape;262;p5">
            <a:extLst xmlns:a="http://schemas.openxmlformats.org/drawingml/2006/main">
              <a:ext uri="{FF2B5EF4-FFF2-40B4-BE49-F238E27FC236}">
                <a16:creationId xmlns:a16="http://schemas.microsoft.com/office/drawing/2014/main" id="{490177EE-7519-4D73-A605-C5BF5570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8458200"/>
            <a:ext cx="66167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실행 이력·감사</a:t>
            </a:r>
          </a:p>
        </p:txBody>
      </p:sp>
      <p:sp>
        <p:nvSpPr>
          <p:cNvPr id="263" name="Google Shape;263;p5">
            <a:extLst xmlns:a="http://schemas.openxmlformats.org/drawingml/2006/main">
              <a:ext uri="{FF2B5EF4-FFF2-40B4-BE49-F238E27FC236}">
                <a16:creationId xmlns:a16="http://schemas.microsoft.com/office/drawing/2014/main" id="{353376AC-F929-4922-8C66-51626F7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</p:spTree>
    <p:extLst>
      <p:ext uri="{BB962C8B-B14F-4D97-AF65-F5344CB8AC3E}">
        <p14:creationId xmlns:p14="http://schemas.microsoft.com/office/powerpoint/2010/main" val="1942857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6" name="Google Shape;268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e47da50abb48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7" name="Google Shape;26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04ee99a28346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8" name="Google Shape;27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9c18cce86740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9" name="Google Shape;27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0dfdd2e93c45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0" name="Google Shape;27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1de6cfc4834f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1" name="Google Shape;273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29fdf59d0946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2" name="Google Shape;27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b9661a1fd34b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52832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3" name="Google Shape;27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eb994890ff44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4" name="Google Shape;27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89433494e846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53200" y="3276600"/>
            <a:ext cx="60960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5" name="Google Shape;27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573a70323e43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2603500"/>
            <a:ext cx="47879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6" name="Google Shape;278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573a70323e43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13600" y="2603500"/>
            <a:ext cx="47879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7" name="Google Shape;27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573a70323e43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6500" y="2603500"/>
            <a:ext cx="4787900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8" name="Google Shape;28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2992a2ceab4720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78000" y="4635500"/>
            <a:ext cx="4787900" cy="481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9" name="Google Shape;28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2992a2ceab4720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00900" y="4635500"/>
            <a:ext cx="4787900" cy="481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0" name="Google Shape;28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2992a2ceab4720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6500" y="4635500"/>
            <a:ext cx="4787900" cy="481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283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e7a6d88ac341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4635500"/>
            <a:ext cx="4787900" cy="481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2" name="Google Shape;284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e7a6d88ac341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00900" y="4635500"/>
            <a:ext cx="4787900" cy="4813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3" name="Google Shape;285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2dc126981246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636500" y="4622800"/>
            <a:ext cx="4787900" cy="482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4" name="Google Shape;28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e7997b03e347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3835400" y="4305300"/>
            <a:ext cx="6985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5" name="Google Shape;28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e7997b03e347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9258300" y="4305300"/>
            <a:ext cx="6985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6" name="Google Shape;288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e7997b03e347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14681200" y="4305300"/>
            <a:ext cx="698500" cy="3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9" name="Google Shape;289;p6">
            <a:extLst xmlns:a="http://schemas.openxmlformats.org/drawingml/2006/main">
              <a:ext uri="{FF2B5EF4-FFF2-40B4-BE49-F238E27FC236}">
                <a16:creationId xmlns:a16="http://schemas.microsoft.com/office/drawing/2014/main" id="{122B697E-E047-4D2F-BAEC-57AC8F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290" name="Google Shape;290;p6">
            <a:extLst xmlns:a="http://schemas.openxmlformats.org/drawingml/2006/main">
              <a:ext uri="{FF2B5EF4-FFF2-40B4-BE49-F238E27FC236}">
                <a16:creationId xmlns:a16="http://schemas.microsoft.com/office/drawing/2014/main" id="{A81576D7-4617-4CC4-B8A4-D04E5E5D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1" name="Google Shape;291;p6">
            <a:extLst xmlns:a="http://schemas.openxmlformats.org/drawingml/2006/main">
              <a:ext uri="{FF2B5EF4-FFF2-40B4-BE49-F238E27FC236}">
                <a16:creationId xmlns:a16="http://schemas.microsoft.com/office/drawing/2014/main" id="{D5279A64-F90D-4EC6-89CA-E2BA1BD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292" name="Google Shape;292;p6">
            <a:extLst xmlns:a="http://schemas.openxmlformats.org/drawingml/2006/main">
              <a:ext uri="{FF2B5EF4-FFF2-40B4-BE49-F238E27FC236}">
                <a16:creationId xmlns:a16="http://schemas.microsoft.com/office/drawing/2014/main" id="{640252C3-CE72-448E-89D5-191B8AD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22606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기술</a:t>
            </a:r>
          </a:p>
        </p:txBody>
      </p:sp>
      <p:sp>
        <p:nvSpPr>
          <p:cNvPr id="293" name="Google Shape;293;p6">
            <a:extLst xmlns:a="http://schemas.openxmlformats.org/drawingml/2006/main">
              <a:ext uri="{FF2B5EF4-FFF2-40B4-BE49-F238E27FC236}">
                <a16:creationId xmlns:a16="http://schemas.microsoft.com/office/drawing/2014/main" id="{7C43326D-B7A9-406A-87B8-8FB4A63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4" name="Google Shape;294;p6">
            <a:extLst xmlns:a="http://schemas.openxmlformats.org/drawingml/2006/main">
              <a:ext uri="{FF2B5EF4-FFF2-40B4-BE49-F238E27FC236}">
                <a16:creationId xmlns:a16="http://schemas.microsoft.com/office/drawing/2014/main" id="{8059C6B3-1A4A-4616-89A4-A2F9D02E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5" name="Google Shape;295;p6">
            <a:extLst xmlns:a="http://schemas.openxmlformats.org/drawingml/2006/main">
              <a:ext uri="{FF2B5EF4-FFF2-40B4-BE49-F238E27FC236}">
                <a16:creationId xmlns:a16="http://schemas.microsoft.com/office/drawing/2014/main" id="{DFF75448-83F1-4153-8C81-94C867BE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6" name="Google Shape;296;p6">
            <a:extLst xmlns:a="http://schemas.openxmlformats.org/drawingml/2006/main">
              <a:ext uri="{FF2B5EF4-FFF2-40B4-BE49-F238E27FC236}">
                <a16:creationId xmlns:a16="http://schemas.microsoft.com/office/drawing/2014/main" id="{1CA3B1A2-849E-4BDF-A81C-7630623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7" name="Google Shape;297;p6">
            <a:extLst xmlns:a="http://schemas.openxmlformats.org/drawingml/2006/main">
              <a:ext uri="{FF2B5EF4-FFF2-40B4-BE49-F238E27FC236}">
                <a16:creationId xmlns:a16="http://schemas.microsoft.com/office/drawing/2014/main" id="{03AB7564-CF53-4939-96AE-EA4B1AF3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8" name="Google Shape;298;p6">
            <a:extLst xmlns:a="http://schemas.openxmlformats.org/drawingml/2006/main">
              <a:ext uri="{FF2B5EF4-FFF2-40B4-BE49-F238E27FC236}">
                <a16:creationId xmlns:a16="http://schemas.microsoft.com/office/drawing/2014/main" id="{2626E9FD-9B1F-4C15-9405-2F43CC6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00" y="3022600"/>
            <a:ext cx="43815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299" name="Google Shape;299;p6">
            <a:extLst xmlns:a="http://schemas.openxmlformats.org/drawingml/2006/main">
              <a:ext uri="{FF2B5EF4-FFF2-40B4-BE49-F238E27FC236}">
                <a16:creationId xmlns:a16="http://schemas.microsoft.com/office/drawing/2014/main" id="{471511AA-BB2A-4CC5-83AD-146437E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022600"/>
            <a:ext cx="42545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AI·ModelOps</a:t>
            </a:r>
          </a:p>
        </p:txBody>
      </p:sp>
      <p:sp>
        <p:nvSpPr>
          <p:cNvPr id="300" name="Google Shape;300;p6">
            <a:extLst xmlns:a="http://schemas.openxmlformats.org/drawingml/2006/main">
              <a:ext uri="{FF2B5EF4-FFF2-40B4-BE49-F238E27FC236}">
                <a16:creationId xmlns:a16="http://schemas.microsoft.com/office/drawing/2014/main" id="{70A6AA67-B4FF-4E87-A009-849452FD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022600"/>
            <a:ext cx="43053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Platform</a:t>
            </a:r>
          </a:p>
        </p:txBody>
      </p:sp>
      <p:sp>
        <p:nvSpPr>
          <p:cNvPr id="301" name="Google Shape;301;p6">
            <a:extLst xmlns:a="http://schemas.openxmlformats.org/drawingml/2006/main">
              <a:ext uri="{FF2B5EF4-FFF2-40B4-BE49-F238E27FC236}">
                <a16:creationId xmlns:a16="http://schemas.microsoft.com/office/drawing/2014/main" id="{258D3E41-3F08-4A93-8A10-9EC93D3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100" y="5473700"/>
            <a:ext cx="4229100" cy="31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OpenAPI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고정 상태 머신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G1 · G2 · G3</a:t>
            </a:r>
          </a:p>
        </p:txBody>
      </p:sp>
      <p:sp>
        <p:nvSpPr>
          <p:cNvPr id="302" name="Google Shape;302;p6">
            <a:extLst xmlns:a="http://schemas.openxmlformats.org/drawingml/2006/main">
              <a:ext uri="{FF2B5EF4-FFF2-40B4-BE49-F238E27FC236}">
                <a16:creationId xmlns:a16="http://schemas.microsoft.com/office/drawing/2014/main" id="{C7680D48-4C3D-4AB6-827D-23303B9C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5473700"/>
            <a:ext cx="4229100" cy="31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Qwen3-4B Base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 1 · 2 · 2′ · 3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 Registry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vLLM</a:t>
            </a:r>
          </a:p>
        </p:txBody>
      </p:sp>
      <p:sp>
        <p:nvSpPr>
          <p:cNvPr id="303" name="Google Shape;303;p6">
            <a:extLst xmlns:a="http://schemas.openxmlformats.org/drawingml/2006/main">
              <a:ext uri="{FF2B5EF4-FFF2-40B4-BE49-F238E27FC236}">
                <a16:creationId xmlns:a16="http://schemas.microsoft.com/office/drawing/2014/main" id="{1C489DCF-6E57-40E1-AE7C-5FACFC5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473700"/>
            <a:ext cx="4229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DataHub Core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Trino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5개 합성 source</a:t>
            </a:r>
          </a:p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4개 DB engine</a:t>
            </a:r>
          </a:p>
        </p:txBody>
      </p:sp>
      <p:sp>
        <p:nvSpPr>
          <p:cNvPr id="304" name="Google Shape;304;p6">
            <a:extLst xmlns:a="http://schemas.openxmlformats.org/drawingml/2006/main">
              <a:ext uri="{FF2B5EF4-FFF2-40B4-BE49-F238E27FC236}">
                <a16:creationId xmlns:a16="http://schemas.microsoft.com/office/drawing/2014/main" id="{E7C52E47-457C-4ACD-878E-FFA92C17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</p:spTree>
    <p:extLst>
      <p:ext uri="{BB962C8B-B14F-4D97-AF65-F5344CB8AC3E}">
        <p14:creationId xmlns:p14="http://schemas.microsoft.com/office/powerpoint/2010/main" val="1575214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1" name="Google Shape;30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7d995876d4e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2" name="Google Shape;31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a7e890acfc44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3" name="Google Shape;31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585b7b44a548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4" name="Google Shape;31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ed7637965a4b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5" name="Google Shape;31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8cafa00ea34a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6" name="Google Shape;31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5d0534297341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7" name="Google Shape;31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83446133f545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65151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8" name="Google Shape;31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2c6799886744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9" name="Google Shape;317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864087419b40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2603500"/>
            <a:ext cx="76454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0" name="Google Shape;31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dd8fa5fc0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4584700"/>
            <a:ext cx="36703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1" name="Google Shape;31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864087419b40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79000" y="2603500"/>
            <a:ext cx="76454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2" name="Google Shape;32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dd8fa5fc0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65800" y="4584700"/>
            <a:ext cx="36703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3" name="Google Shape;32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dd8fa5fc0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79000" y="4584700"/>
            <a:ext cx="36703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4" name="Google Shape;32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7dd8fa5fc0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754100" y="4584700"/>
            <a:ext cx="3670300" cy="111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5" name="Google Shape;32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2e533a9384e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81400" y="4114800"/>
            <a:ext cx="4076700" cy="4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6" name="Google Shape;3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a7dc3548e34e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5410200" y="3898900"/>
            <a:ext cx="4191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7" name="Google Shape;32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2e533a9384e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69700" y="4114800"/>
            <a:ext cx="4076700" cy="4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8" name="Google Shape;32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a7dc3548e34e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13398500" y="3898900"/>
            <a:ext cx="4191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9" name="Google Shape;327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5f437ed184a8a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0" name="Google Shape;328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ca795644244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07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1" name="Google Shape;32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5f437ed184a8a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658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2" name="Google Shape;330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5f437ed184a8a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790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3" name="Google Shape;33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5f437ed184a8a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7541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4" name="Google Shape;33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ca795644244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658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5" name="Google Shape;33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ca795644244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790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6" name="Google Shape;33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ca795644244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754100" y="5956300"/>
            <a:ext cx="3670300" cy="359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5" name="Google Shape;335;p7">
            <a:extLst xmlns:a="http://schemas.openxmlformats.org/drawingml/2006/main">
              <a:ext uri="{FF2B5EF4-FFF2-40B4-BE49-F238E27FC236}">
                <a16:creationId xmlns:a16="http://schemas.microsoft.com/office/drawing/2014/main" id="{5F944C90-3578-49C7-8BCE-4D58231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1</a:t>
            </a:r>
          </a:p>
        </p:txBody>
      </p:sp>
      <p:sp>
        <p:nvSpPr>
          <p:cNvPr id="336" name="Google Shape;336;p7">
            <a:extLst xmlns:a="http://schemas.openxmlformats.org/drawingml/2006/main">
              <a:ext uri="{FF2B5EF4-FFF2-40B4-BE49-F238E27FC236}">
                <a16:creationId xmlns:a16="http://schemas.microsoft.com/office/drawing/2014/main" id="{45ACF80A-586E-487B-B3DE-4F49248C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7" name="Google Shape;337;p7">
            <a:extLst xmlns:a="http://schemas.openxmlformats.org/drawingml/2006/main">
              <a:ext uri="{FF2B5EF4-FFF2-40B4-BE49-F238E27FC236}">
                <a16:creationId xmlns:a16="http://schemas.microsoft.com/office/drawing/2014/main" id="{70533B99-D9D5-4242-A74D-CB479BF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338" name="Google Shape;338;p7">
            <a:extLst xmlns:a="http://schemas.openxmlformats.org/drawingml/2006/main">
              <a:ext uri="{FF2B5EF4-FFF2-40B4-BE49-F238E27FC236}">
                <a16:creationId xmlns:a16="http://schemas.microsoft.com/office/drawing/2014/main" id="{C5D16024-2B14-49F6-820F-4422C58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22606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역할</a:t>
            </a:r>
          </a:p>
        </p:txBody>
      </p:sp>
      <p:sp>
        <p:nvSpPr>
          <p:cNvPr id="339" name="Google Shape;339;p7">
            <a:extLst xmlns:a="http://schemas.openxmlformats.org/drawingml/2006/main">
              <a:ext uri="{FF2B5EF4-FFF2-40B4-BE49-F238E27FC236}">
                <a16:creationId xmlns:a16="http://schemas.microsoft.com/office/drawing/2014/main" id="{30A03299-DA4F-42B7-A60E-C3639B80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0" name="Google Shape;340;p7">
            <a:extLst xmlns:a="http://schemas.openxmlformats.org/drawingml/2006/main">
              <a:ext uri="{FF2B5EF4-FFF2-40B4-BE49-F238E27FC236}">
                <a16:creationId xmlns:a16="http://schemas.microsoft.com/office/drawing/2014/main" id="{E9A3A97E-234D-4717-B5C7-0CFF665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1" name="Google Shape;341;p7">
            <a:extLst xmlns:a="http://schemas.openxmlformats.org/drawingml/2006/main">
              <a:ext uri="{FF2B5EF4-FFF2-40B4-BE49-F238E27FC236}">
                <a16:creationId xmlns:a16="http://schemas.microsoft.com/office/drawing/2014/main" id="{8A40C2FC-FD9F-42BC-AC32-009F730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2" name="Google Shape;342;p7">
            <a:extLst xmlns:a="http://schemas.openxmlformats.org/drawingml/2006/main">
              <a:ext uri="{FF2B5EF4-FFF2-40B4-BE49-F238E27FC236}">
                <a16:creationId xmlns:a16="http://schemas.microsoft.com/office/drawing/2014/main" id="{1B4A1031-6F56-4F51-AF26-51D91CD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3" name="Google Shape;343;p7">
            <a:extLst xmlns:a="http://schemas.openxmlformats.org/drawingml/2006/main">
              <a:ext uri="{FF2B5EF4-FFF2-40B4-BE49-F238E27FC236}">
                <a16:creationId xmlns:a16="http://schemas.microsoft.com/office/drawing/2014/main" id="{03C045A2-9ACF-4BA2-8515-F2C9A2B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4" name="Google Shape;344;p7">
            <a:extLst xmlns:a="http://schemas.openxmlformats.org/drawingml/2006/main">
              <a:ext uri="{FF2B5EF4-FFF2-40B4-BE49-F238E27FC236}">
                <a16:creationId xmlns:a16="http://schemas.microsoft.com/office/drawing/2014/main" id="{B0DFEA89-7FD3-446B-8211-D510479D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2900"/>
            <a:ext cx="71247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통합·데이터</a:t>
            </a:r>
          </a:p>
        </p:txBody>
      </p:sp>
      <p:sp>
        <p:nvSpPr>
          <p:cNvPr id="345" name="Google Shape;345;p7">
            <a:extLst xmlns:a="http://schemas.openxmlformats.org/drawingml/2006/main">
              <a:ext uri="{FF2B5EF4-FFF2-40B4-BE49-F238E27FC236}">
                <a16:creationId xmlns:a16="http://schemas.microsoft.com/office/drawing/2014/main" id="{0A67C2C5-1440-45B6-B040-B819DDB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82900"/>
            <a:ext cx="69469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AI·서비스</a:t>
            </a:r>
          </a:p>
        </p:txBody>
      </p:sp>
      <p:sp>
        <p:nvSpPr>
          <p:cNvPr id="346" name="Google Shape;346;p7">
            <a:extLst xmlns:a="http://schemas.openxmlformats.org/drawingml/2006/main">
              <a:ext uri="{FF2B5EF4-FFF2-40B4-BE49-F238E27FC236}">
                <a16:creationId xmlns:a16="http://schemas.microsoft.com/office/drawing/2014/main" id="{C089D7B6-8D1C-4B7F-B2BB-9C5F396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4889500"/>
            <a:ext cx="30861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박준희 · 정승</a:t>
            </a:r>
          </a:p>
        </p:txBody>
      </p:sp>
      <p:sp>
        <p:nvSpPr>
          <p:cNvPr id="347" name="Google Shape;347;p7">
            <a:extLst xmlns:a="http://schemas.openxmlformats.org/drawingml/2006/main">
              <a:ext uri="{FF2B5EF4-FFF2-40B4-BE49-F238E27FC236}">
                <a16:creationId xmlns:a16="http://schemas.microsoft.com/office/drawing/2014/main" id="{D1B522FE-7702-46B8-82B5-7B0DF9A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4889500"/>
            <a:ext cx="32131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윤대성</a:t>
            </a:r>
          </a:p>
        </p:txBody>
      </p:sp>
      <p:sp>
        <p:nvSpPr>
          <p:cNvPr id="348" name="Google Shape;348;p7">
            <a:extLst xmlns:a="http://schemas.openxmlformats.org/drawingml/2006/main">
              <a:ext uri="{FF2B5EF4-FFF2-40B4-BE49-F238E27FC236}">
                <a16:creationId xmlns:a16="http://schemas.microsoft.com/office/drawing/2014/main" id="{3FDDC580-BD02-4F4F-830A-4D1E206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4889500"/>
            <a:ext cx="32258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김재홍</a:t>
            </a:r>
          </a:p>
        </p:txBody>
      </p:sp>
      <p:sp>
        <p:nvSpPr>
          <p:cNvPr id="349" name="Google Shape;349;p7">
            <a:extLst xmlns:a="http://schemas.openxmlformats.org/drawingml/2006/main">
              <a:ext uri="{FF2B5EF4-FFF2-40B4-BE49-F238E27FC236}">
                <a16:creationId xmlns:a16="http://schemas.microsoft.com/office/drawing/2014/main" id="{8BC6DC58-0A73-494F-BE0A-781C7C1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7300" y="4889500"/>
            <a:ext cx="32639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sz="3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송민지</a:t>
            </a:r>
          </a:p>
        </p:txBody>
      </p:sp>
      <p:sp>
        <p:nvSpPr>
          <p:cNvPr id="350" name="Google Shape;350;p7">
            <a:extLst xmlns:a="http://schemas.openxmlformats.org/drawingml/2006/main">
              <a:ext uri="{FF2B5EF4-FFF2-40B4-BE49-F238E27FC236}">
                <a16:creationId xmlns:a16="http://schemas.microsoft.com/office/drawing/2014/main" id="{DD0309EF-7300-4EE0-B93F-665CC7CA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0" y="6413500"/>
            <a:ext cx="28956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R1 통합·Gate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R2 DataHub·Trino</a:t>
            </a:r>
          </a:p>
        </p:txBody>
      </p:sp>
      <p:sp>
        <p:nvSpPr>
          <p:cNvPr id="351" name="Google Shape;351;p7">
            <a:extLst xmlns:a="http://schemas.openxmlformats.org/drawingml/2006/main">
              <a:ext uri="{FF2B5EF4-FFF2-40B4-BE49-F238E27FC236}">
                <a16:creationId xmlns:a16="http://schemas.microsoft.com/office/drawing/2014/main" id="{47A47B0D-EF21-476D-84EB-1D40EFA9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413500"/>
            <a:ext cx="2590800" cy="260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Node·Prompt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ModelOps</a:t>
            </a:r>
          </a:p>
        </p:txBody>
      </p:sp>
      <p:sp>
        <p:nvSpPr>
          <p:cNvPr id="352" name="Google Shape;352;p7">
            <a:extLst xmlns:a="http://schemas.openxmlformats.org/drawingml/2006/main">
              <a:ext uri="{FF2B5EF4-FFF2-40B4-BE49-F238E27FC236}">
                <a16:creationId xmlns:a16="http://schemas.microsoft.com/office/drawing/2014/main" id="{6D303810-1679-4B89-813E-6037AAD5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413500"/>
            <a:ext cx="31877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G1·G2·G3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Artifact·Audit</a:t>
            </a:r>
          </a:p>
        </p:txBody>
      </p:sp>
      <p:sp>
        <p:nvSpPr>
          <p:cNvPr id="353" name="Google Shape;353;p7">
            <a:extLst xmlns:a="http://schemas.openxmlformats.org/drawingml/2006/main">
              <a:ext uri="{FF2B5EF4-FFF2-40B4-BE49-F238E27FC236}">
                <a16:creationId xmlns:a16="http://schemas.microsoft.com/office/drawing/2014/main" id="{BD77235F-AE5D-4F5E-857B-45C10501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500" y="6413500"/>
            <a:ext cx="2933700" cy="19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Chat·Evidence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Chart·Report</a:t>
            </a:r>
          </a:p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Catalog·Audit UI</a:t>
            </a:r>
          </a:p>
        </p:txBody>
      </p:sp>
      <p:sp>
        <p:nvSpPr>
          <p:cNvPr id="354" name="Google Shape;354;p7">
            <a:extLst xmlns:a="http://schemas.openxmlformats.org/drawingml/2006/main">
              <a:ext uri="{FF2B5EF4-FFF2-40B4-BE49-F238E27FC236}">
                <a16:creationId xmlns:a16="http://schemas.microsoft.com/office/drawing/2014/main" id="{69BB8269-1392-422B-816A-961C5F7D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</p:spTree>
    <p:extLst>
      <p:ext uri="{BB962C8B-B14F-4D97-AF65-F5344CB8AC3E}">
        <p14:creationId xmlns:p14="http://schemas.microsoft.com/office/powerpoint/2010/main" val="432820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3" name="Google Shape;35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05f4b7725e42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64973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4" name="Google Shape;36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f01f71e09740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5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5" name="Google Shape;361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71a12f2cba4b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90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6" name="Google Shape;362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315d54e2434b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62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7" name="Google Shape;36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beec2e27454f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34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8" name="Google Shape;36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843baabf1d423f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56515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9" name="Google Shape;36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843baabf1d423f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63881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0" name="Google Shape;366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843baabf1d423f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71247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1" name="Google Shape;36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bac10d7f474edd">
            <a:alphaModFix amt="1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180000">
            <a:off x="13017500" y="8432800"/>
            <a:ext cx="2476500" cy="207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8" name="Google Shape;368;p8">
            <a:extLst xmlns:a="http://schemas.openxmlformats.org/drawingml/2006/main">
              <a:ext uri="{FF2B5EF4-FFF2-40B4-BE49-F238E27FC236}">
                <a16:creationId xmlns:a16="http://schemas.microsoft.com/office/drawing/2014/main" id="{33986054-DEB3-4B15-8C2D-3A42802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888" y="4758785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sz="8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진행 현황</a:t>
            </a:r>
          </a:p>
        </p:txBody>
      </p:sp>
      <p:sp>
        <p:nvSpPr>
          <p:cNvPr id="369" name="Google Shape;369;p8">
            <a:extLst xmlns:a="http://schemas.openxmlformats.org/drawingml/2006/main">
              <a:ext uri="{FF2B5EF4-FFF2-40B4-BE49-F238E27FC236}">
                <a16:creationId xmlns:a16="http://schemas.microsoft.com/office/drawing/2014/main" id="{890DDCED-7976-410F-B62C-E241B67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181100"/>
            <a:ext cx="530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대주제명: LLM 기반 대화형 데이터 분석·자동 리포팅</a:t>
            </a:r>
          </a:p>
        </p:txBody>
      </p:sp>
      <p:sp>
        <p:nvSpPr>
          <p:cNvPr id="370" name="Google Shape;370;p8">
            <a:extLst xmlns:a="http://schemas.openxmlformats.org/drawingml/2006/main">
              <a:ext uri="{FF2B5EF4-FFF2-40B4-BE49-F238E27FC236}">
                <a16:creationId xmlns:a16="http://schemas.microsoft.com/office/drawing/2014/main" id="{00E8E176-FF6D-4092-9FDE-10432423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181100"/>
            <a:ext cx="3200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SK네트웍스 Family AI 캠프 29기</a:t>
            </a:r>
          </a:p>
        </p:txBody>
      </p:sp>
      <p:sp>
        <p:nvSpPr>
          <p:cNvPr id="371" name="Google Shape;371;p8">
            <a:extLst xmlns:a="http://schemas.openxmlformats.org/drawingml/2006/main">
              <a:ext uri="{FF2B5EF4-FFF2-40B4-BE49-F238E27FC236}">
                <a16:creationId xmlns:a16="http://schemas.microsoft.com/office/drawing/2014/main" id="{FA2B9F4C-A94B-4494-A043-926647A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-1054100"/>
            <a:ext cx="1511300" cy="478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sz="269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372" name="Google Shape;372;p8">
            <a:extLst xmlns:a="http://schemas.openxmlformats.org/drawingml/2006/main">
              <a:ext uri="{FF2B5EF4-FFF2-40B4-BE49-F238E27FC236}">
                <a16:creationId xmlns:a16="http://schemas.microsoft.com/office/drawing/2014/main" id="{66C55407-26CD-4B87-A544-D4EFF3D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00" y="2324100"/>
            <a:ext cx="2489200" cy="53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sz="299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373" name="Google Shape;373;p8">
            <a:extLst xmlns:a="http://schemas.openxmlformats.org/drawingml/2006/main">
              <a:ext uri="{FF2B5EF4-FFF2-40B4-BE49-F238E27FC236}">
                <a16:creationId xmlns:a16="http://schemas.microsoft.com/office/drawing/2014/main" id="{020EEEB3-9E1A-4FD5-98A8-DE65AB3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695700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0" i="0" u="none" cap="none">
                <a:solidFill>
                  <a:srgbClr val="00B0F0"/>
                </a:solidFill>
                <a:latin typeface="Arial"/>
                <a:ea typeface="Arial"/>
                <a:cs typeface="Arial"/>
              </a:rPr>
              <a:t>PART 02</a:t>
            </a:r>
          </a:p>
        </p:txBody>
      </p:sp>
    </p:spTree>
    <p:extLst>
      <p:ext uri="{BB962C8B-B14F-4D97-AF65-F5344CB8AC3E}">
        <p14:creationId xmlns:p14="http://schemas.microsoft.com/office/powerpoint/2010/main" val="1483018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3" name="Google Shape;37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50970ec9bd42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4" name="Google Shape;379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2dd6f7cdfe4a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5" name="Google Shape;38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20ca7b0c4b48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6" name="Google Shape;38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d6d48d861244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7" name="Google Shape;38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79e8ce545347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8" name="Google Shape;38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e556eb80f440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9" name="Google Shape;384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72fa7954ba44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0" name="Google Shape;38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4860d7c7544c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77343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431" name="Google Shape;386;p9"/>
          <p:cNvGraphicFramePr/>
          <p:nvPr/>
        </p:nvGraphicFramePr>
        <p:xfrm>
          <a:off xmlns:a="http://schemas.openxmlformats.org/drawingml/2006/main" x="1968500" y="26035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{37CE567F-DF25-4B98-AB8C-8CCFA220AA65}</a:tableStyleId>
              </a:tblPr>
              <a:tblGrid>
                <a:gridCol w="3492500"/>
                <a:gridCol w="2400300"/>
                <a:gridCol w="2400300"/>
                <a:gridCol w="2400300"/>
                <a:gridCol w="2400300"/>
                <a:gridCol w="2400300"/>
              </a:tblGrid>
              <a:tr h="774700">
                <a:tc row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63475" cmpd="sng">
                      <a:solidFill>
                        <a:srgbClr val="0C0735"/>
                      </a:solidFill>
                      <a:prstDash val="solid"/>
                    </a:lnB>
                    <a:solidFill>
                      <a:srgbClr val="9E9E9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통합 일정</a:t>
                      </a:r>
                    </a:p>
                  </a:txBody>
                  <a:tcPr marL="19050" marR="19050" marT="19050" marB="19050" anchor="b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63475" cmpd="sng">
                      <a:solidFill>
                        <a:srgbClr val="0C0735"/>
                      </a:solidFill>
                      <a:prstDash val="solid"/>
                    </a:lnB>
                    <a:solidFill>
                      <a:srgbClr val="9E9E9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91440" marR="91440" marT="45720" marB="45720"/>
                </a:tc>
              </a:tr>
              <a:tr h="774700">
                <a:tc v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I0</a:t>
                      </a:r>
                    </a:p>
                  </a:txBody>
                  <a:tcPr marL="19050" marR="19050" marT="19050" marB="19050" anchor="ctr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DC56A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I1</a:t>
                      </a:r>
                    </a:p>
                  </a:txBody>
                  <a:tcPr marL="19050" marR="19050" marT="19050" marB="19050" anchor="ctr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43D0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I2</a:t>
                      </a:r>
                    </a:p>
                  </a:txBody>
                  <a:tcPr marL="19050" marR="19050" marT="19050" marB="19050" anchor="ctr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630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I3</a:t>
                      </a:r>
                    </a:p>
                  </a:txBody>
                  <a:tcPr marL="19050" marR="19050" marT="19050" marB="19050" anchor="ctr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63475" cmpd="sng">
                      <a:solidFill>
                        <a:srgbClr val="0C0735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51FF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sz="27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I4~I5</a:t>
                      </a:r>
                    </a:p>
                  </a:txBody>
                  <a:tcPr marL="19050" marR="19050" marT="19050" marB="19050" anchor="ctr">
                    <a:lnL w="63475" cmpd="sng">
                      <a:solidFill>
                        <a:srgbClr val="0C073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557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2" name="Google Shape;387;p9"/>
          <p:cNvGraphicFramePr/>
          <p:nvPr/>
        </p:nvGraphicFramePr>
        <p:xfrm>
          <a:off xmlns:a="http://schemas.openxmlformats.org/drawingml/2006/main" x="1968500" y="42291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{37CE567F-DF25-4B98-AB8C-8CCFA220AA65}</a:tableStyleId>
              </a:tblPr>
              <a:tblGrid>
                <a:gridCol w="3454400"/>
                <a:gridCol w="2400300"/>
                <a:gridCol w="2400300"/>
                <a:gridCol w="2400300"/>
                <a:gridCol w="2400300"/>
                <a:gridCol w="2400300"/>
              </a:tblGrid>
              <a:tr h="13335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I0·I1</a:t>
                      </a:r>
                    </a:p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완료</a:t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787878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63475" cmpd="sng">
                      <a:solidFill>
                        <a:srgbClr val="0C0735"/>
                      </a:solidFill>
                      <a:prstDash val="soli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787878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I2</a:t>
                      </a:r>
                    </a:p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완료</a:t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787878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63475" cmpd="sng">
                      <a:solidFill>
                        <a:srgbClr val="0C0735"/>
                      </a:solidFill>
                      <a:prstDash val="soli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787878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I3</a:t>
                      </a:r>
                    </a:p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진행</a:t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787878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63475" cmpd="sng">
                      <a:solidFill>
                        <a:srgbClr val="0C0735"/>
                      </a:solidFill>
                      <a:prstDash val="soli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787878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I4·I5</a:t>
                      </a:r>
                    </a:p>
                    <a:p>
                      <a:pPr marL="0" marR="0" lvl="0" indent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600" b="0" i="0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대기</a:t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787878"/>
                      </a:solidFill>
                      <a:prstDash val="solid"/>
                    </a:lnR>
                    <a:lnT w="63475" cmpd="sng">
                      <a:solidFill>
                        <a:srgbClr val="0C0735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41C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787878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41C5FF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</a:p>
                  </a:txBody>
                  <a:tcPr marL="19050" marR="19050" marT="19050" marB="19050" anchor="ctr">
                    <a:lnL w="9525" cmpd="sng">
                      <a:solidFill>
                        <a:srgbClr val="41C5F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C0735"/>
                    </a:solidFill>
                  </a:tcPr>
                </a:tc>
              </a:tr>
            </a:tbl>
          </a:graphicData>
        </a:graphic>
      </p:graphicFrame>
      <p:pic>
        <p:nvPicPr>
          <p:cNvPr id="433" name="Google Shape;38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05dbbe070e4e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72200" y="4521200"/>
            <a:ext cx="51689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4" name="Google Shape;389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8e28d07bd245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37400" y="5880100"/>
            <a:ext cx="48514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5" name="Google Shape;39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ab18346bd543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94700" y="7175500"/>
            <a:ext cx="8445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6" name="Google Shape;39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106de3a03646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72200" y="8521700"/>
            <a:ext cx="33909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7" name="Google Shape;39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26df1d9abe42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081000" y="8521700"/>
            <a:ext cx="38354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3" name="Google Shape;393;p9">
            <a:extLst xmlns:a="http://schemas.openxmlformats.org/drawingml/2006/main">
              <a:ext uri="{FF2B5EF4-FFF2-40B4-BE49-F238E27FC236}">
                <a16:creationId xmlns:a16="http://schemas.microsoft.com/office/drawing/2014/main" id="{4146DC00-D20B-4390-8102-AB21EC97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sp>
        <p:nvSpPr>
          <p:cNvPr id="394" name="Google Shape;394;p9">
            <a:extLst xmlns:a="http://schemas.openxmlformats.org/drawingml/2006/main">
              <a:ext uri="{FF2B5EF4-FFF2-40B4-BE49-F238E27FC236}">
                <a16:creationId xmlns:a16="http://schemas.microsoft.com/office/drawing/2014/main" id="{9A615066-2600-490F-B4F2-7EE8A7F3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95" name="Google Shape;395;p9">
            <a:extLst xmlns:a="http://schemas.openxmlformats.org/drawingml/2006/main">
              <a:ext uri="{FF2B5EF4-FFF2-40B4-BE49-F238E27FC236}">
                <a16:creationId xmlns:a16="http://schemas.microsoft.com/office/drawing/2014/main" id="{A4CB664B-2AC3-443C-BFCA-770175F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396" name="Google Shape;396;p9">
            <a:extLst xmlns:a="http://schemas.openxmlformats.org/drawingml/2006/main">
              <a:ext uri="{FF2B5EF4-FFF2-40B4-BE49-F238E27FC236}">
                <a16:creationId xmlns:a16="http://schemas.microsoft.com/office/drawing/2014/main" id="{CB0A3BD8-33D6-4C1D-96C4-84211D2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22606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진행</a:t>
            </a:r>
          </a:p>
        </p:txBody>
      </p:sp>
      <p:sp>
        <p:nvSpPr>
          <p:cNvPr id="397" name="Google Shape;397;p9">
            <a:extLst xmlns:a="http://schemas.openxmlformats.org/drawingml/2006/main">
              <a:ext uri="{FF2B5EF4-FFF2-40B4-BE49-F238E27FC236}">
                <a16:creationId xmlns:a16="http://schemas.microsoft.com/office/drawing/2014/main" id="{6D10A650-04DC-4956-A225-0043B8E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98" name="Google Shape;398;p9">
            <a:extLst xmlns:a="http://schemas.openxmlformats.org/drawingml/2006/main">
              <a:ext uri="{FF2B5EF4-FFF2-40B4-BE49-F238E27FC236}">
                <a16:creationId xmlns:a16="http://schemas.microsoft.com/office/drawing/2014/main" id="{7C115B0D-E665-4D9D-BBA9-A2FFEF5F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9" name="Google Shape;399;p9">
            <a:extLst xmlns:a="http://schemas.openxmlformats.org/drawingml/2006/main">
              <a:ext uri="{FF2B5EF4-FFF2-40B4-BE49-F238E27FC236}">
                <a16:creationId xmlns:a16="http://schemas.microsoft.com/office/drawing/2014/main" id="{EA1D67B2-D4F8-4092-ABA9-BD4DF976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0" name="Google Shape;400;p9">
            <a:extLst xmlns:a="http://schemas.openxmlformats.org/drawingml/2006/main">
              <a:ext uri="{FF2B5EF4-FFF2-40B4-BE49-F238E27FC236}">
                <a16:creationId xmlns:a16="http://schemas.microsoft.com/office/drawing/2014/main" id="{7AD74B19-0925-452D-BC38-5C2DC345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1" name="Google Shape;401;p9">
            <a:extLst xmlns:a="http://schemas.openxmlformats.org/drawingml/2006/main">
              <a:ext uri="{FF2B5EF4-FFF2-40B4-BE49-F238E27FC236}">
                <a16:creationId xmlns:a16="http://schemas.microsoft.com/office/drawing/2014/main" id="{293B865E-6102-4013-8C8D-C16A0BFE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02" name="Google Shape;402;p9">
            <a:extLst xmlns:a="http://schemas.openxmlformats.org/drawingml/2006/main">
              <a:ext uri="{FF2B5EF4-FFF2-40B4-BE49-F238E27FC236}">
                <a16:creationId xmlns:a16="http://schemas.microsoft.com/office/drawing/2014/main" id="{7178DCA5-530D-4A2B-9F71-80F059D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00" y="4686300"/>
            <a:ext cx="3302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완료</a:t>
            </a:r>
          </a:p>
        </p:txBody>
      </p:sp>
      <p:sp>
        <p:nvSpPr>
          <p:cNvPr id="403" name="Google Shape;403;p9">
            <a:extLst xmlns:a="http://schemas.openxmlformats.org/drawingml/2006/main">
              <a:ext uri="{FF2B5EF4-FFF2-40B4-BE49-F238E27FC236}">
                <a16:creationId xmlns:a16="http://schemas.microsoft.com/office/drawing/2014/main" id="{27FA27E4-3750-4972-84EF-AEE2F21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6032500"/>
            <a:ext cx="3302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완료</a:t>
            </a:r>
          </a:p>
        </p:txBody>
      </p:sp>
      <p:sp>
        <p:nvSpPr>
          <p:cNvPr id="404" name="Google Shape;404;p9">
            <a:extLst xmlns:a="http://schemas.openxmlformats.org/drawingml/2006/main">
              <a:ext uri="{FF2B5EF4-FFF2-40B4-BE49-F238E27FC236}">
                <a16:creationId xmlns:a16="http://schemas.microsoft.com/office/drawing/2014/main" id="{6890D3F5-962C-449B-B051-DB221D1F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0" y="7340600"/>
            <a:ext cx="3302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진행</a:t>
            </a:r>
          </a:p>
        </p:txBody>
      </p:sp>
      <p:sp>
        <p:nvSpPr>
          <p:cNvPr id="405" name="Google Shape;405;p9">
            <a:extLst xmlns:a="http://schemas.openxmlformats.org/drawingml/2006/main">
              <a:ext uri="{FF2B5EF4-FFF2-40B4-BE49-F238E27FC236}">
                <a16:creationId xmlns:a16="http://schemas.microsoft.com/office/drawing/2014/main" id="{C5B24E12-7293-4CA8-A3C7-8DB92A29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8686800"/>
            <a:ext cx="1219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대기</a:t>
            </a:r>
          </a:p>
        </p:txBody>
      </p:sp>
      <p:sp>
        <p:nvSpPr>
          <p:cNvPr id="406" name="Google Shape;406;p9">
            <a:extLst xmlns:a="http://schemas.openxmlformats.org/drawingml/2006/main">
              <a:ext uri="{FF2B5EF4-FFF2-40B4-BE49-F238E27FC236}">
                <a16:creationId xmlns:a16="http://schemas.microsoft.com/office/drawing/2014/main" id="{37909872-982E-4FF1-9501-2C03C795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8686800"/>
            <a:ext cx="3302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sz="2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대기</a:t>
            </a:r>
          </a:p>
        </p:txBody>
      </p:sp>
      <p:sp>
        <p:nvSpPr>
          <p:cNvPr id="407" name="Google Shape;407;p9">
            <a:extLst xmlns:a="http://schemas.openxmlformats.org/drawingml/2006/main">
              <a:ext uri="{FF2B5EF4-FFF2-40B4-BE49-F238E27FC236}">
                <a16:creationId xmlns:a16="http://schemas.microsoft.com/office/drawing/2014/main" id="{437A9FE4-2773-46F8-BAA7-F1B5B5A8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</p:spTree>
    <p:extLst>
      <p:ext uri="{BB962C8B-B14F-4D97-AF65-F5344CB8AC3E}">
        <p14:creationId xmlns:p14="http://schemas.microsoft.com/office/powerpoint/2010/main" val="17206741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6" name="Google Shape;41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2a6e3b089e41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64973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7" name="Google Shape;413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9fd3a551e34b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5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8" name="Google Shape;414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86a39daff645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90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9" name="Google Shape;41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948a164ebf42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62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0" name="Google Shape;41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b8a9cd11c54d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34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1" name="Google Shape;417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4edd146ba14a14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56515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2" name="Google Shape;41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4edd146ba14a14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63881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3" name="Google Shape;41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4edd146ba14a14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71247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4" name="Google Shape;42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919697a7bf4103">
            <a:alphaModFix amt="1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180000">
            <a:off x="13017500" y="8432800"/>
            <a:ext cx="2476500" cy="207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1" name="Google Shape;421;p10">
            <a:extLst xmlns:a="http://schemas.openxmlformats.org/drawingml/2006/main">
              <a:ext uri="{FF2B5EF4-FFF2-40B4-BE49-F238E27FC236}">
                <a16:creationId xmlns:a16="http://schemas.microsoft.com/office/drawing/2014/main" id="{0D39A062-7247-469B-AC2E-7DA3EEF2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888" y="4758785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sz="8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목표</a:t>
            </a:r>
          </a:p>
        </p:txBody>
      </p:sp>
      <p:sp>
        <p:nvSpPr>
          <p:cNvPr id="422" name="Google Shape;422;p10">
            <a:extLst xmlns:a="http://schemas.openxmlformats.org/drawingml/2006/main">
              <a:ext uri="{FF2B5EF4-FFF2-40B4-BE49-F238E27FC236}">
                <a16:creationId xmlns:a16="http://schemas.microsoft.com/office/drawing/2014/main" id="{89C795FB-8C75-4C22-A71B-5EA6F48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181100"/>
            <a:ext cx="523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대주제명: LLM 기반 대화형 데이터 분석·자동 리포팅</a:t>
            </a:r>
          </a:p>
        </p:txBody>
      </p:sp>
      <p:sp>
        <p:nvSpPr>
          <p:cNvPr id="423" name="Google Shape;423;p10">
            <a:extLst xmlns:a="http://schemas.openxmlformats.org/drawingml/2006/main">
              <a:ext uri="{FF2B5EF4-FFF2-40B4-BE49-F238E27FC236}">
                <a16:creationId xmlns:a16="http://schemas.microsoft.com/office/drawing/2014/main" id="{10892BDD-F01E-43D9-BD79-1E5896EC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181100"/>
            <a:ext cx="32004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SK네트웍스 Family AI 캠프 29기</a:t>
            </a:r>
          </a:p>
        </p:txBody>
      </p:sp>
      <p:sp>
        <p:nvSpPr>
          <p:cNvPr id="424" name="Google Shape;424;p10">
            <a:extLst xmlns:a="http://schemas.openxmlformats.org/drawingml/2006/main">
              <a:ext uri="{FF2B5EF4-FFF2-40B4-BE49-F238E27FC236}">
                <a16:creationId xmlns:a16="http://schemas.microsoft.com/office/drawing/2014/main" id="{8B026F43-C079-414B-80E1-1E2A814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-1054100"/>
            <a:ext cx="1511300" cy="478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sz="269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425" name="Google Shape;425;p10">
            <a:extLst xmlns:a="http://schemas.openxmlformats.org/drawingml/2006/main">
              <a:ext uri="{FF2B5EF4-FFF2-40B4-BE49-F238E27FC236}">
                <a16:creationId xmlns:a16="http://schemas.microsoft.com/office/drawing/2014/main" id="{537B48B7-95DB-4AFA-A5F4-4C9ECE6D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00" y="2324100"/>
            <a:ext cx="2489200" cy="53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sz="299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426" name="Google Shape;426;p10">
            <a:extLst xmlns:a="http://schemas.openxmlformats.org/drawingml/2006/main">
              <a:ext uri="{FF2B5EF4-FFF2-40B4-BE49-F238E27FC236}">
                <a16:creationId xmlns:a16="http://schemas.microsoft.com/office/drawing/2014/main" id="{86A6C627-A772-409F-83D0-EA430AB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695700"/>
            <a:ext cx="7210224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sz="4400" b="0" i="0" u="none" cap="none">
                <a:solidFill>
                  <a:srgbClr val="00B0F0"/>
                </a:solidFill>
                <a:latin typeface="Arial"/>
                <a:ea typeface="Arial"/>
                <a:cs typeface="Arial"/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916224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1" name="Google Shape;431;p11">
            <a:extLst xmlns:a="http://schemas.openxmlformats.org/drawingml/2006/main">
              <a:ext uri="{FF2B5EF4-FFF2-40B4-BE49-F238E27FC236}">
                <a16:creationId xmlns:a16="http://schemas.microsoft.com/office/drawing/2014/main" id="{467AADAA-E7CF-46B4-8441-93355F4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03300"/>
            <a:ext cx="787400" cy="149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sz="85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pic>
        <p:nvPicPr>
          <p:cNvPr id="467" name="Google Shape;43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1bf71304e841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0" y="889000"/>
            <a:ext cx="31369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8" name="Google Shape;433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1f2e33087d49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2827000" cy="1193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69" name="Google Shape;43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33a675244445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316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0" name="Google Shape;435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d9c0895fa84c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8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1" name="Google Shape;43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097b8a208848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460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2" name="Google Shape;437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807a876f4148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3200" y="1358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3" name="Google Shape;43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1e543d666442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5400000">
            <a:off x="-2184400" y="6108700"/>
            <a:ext cx="7035800" cy="25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4" name="Google Shape;43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646ce0f76740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8978900"/>
            <a:ext cx="520700" cy="520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5" name="Google Shape;44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40c02380704f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01900" y="2603500"/>
            <a:ext cx="14122400" cy="6896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6" name="Google Shape;44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65f946583640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83000" y="7315200"/>
            <a:ext cx="11760200" cy="158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7" name="Google Shape;44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d9b43b426247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41700" y="6667500"/>
            <a:ext cx="12242800" cy="50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3" name="Google Shape;443;p11">
            <a:extLst xmlns:a="http://schemas.openxmlformats.org/drawingml/2006/main">
              <a:ext uri="{FF2B5EF4-FFF2-40B4-BE49-F238E27FC236}">
                <a16:creationId xmlns:a16="http://schemas.microsoft.com/office/drawing/2014/main" id="{27B37F8C-D2EA-4EF4-B9F0-E32FAEE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4254500"/>
            <a:ext cx="11772900" cy="210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sz="6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근거가 남는 분석</a:t>
            </a:r>
          </a:p>
          <a:p xmlns:a="http://schemas.openxmlformats.org/drawingml/2006/main">
            <a:pPr marL="0" marR="0" lvl="0" indent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sz="64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반복 가능한 보고서</a:t>
            </a:r>
          </a:p>
        </p:txBody>
      </p:sp>
      <p:sp>
        <p:nvSpPr>
          <p:cNvPr id="444" name="Google Shape;444;p11">
            <a:extLst xmlns:a="http://schemas.openxmlformats.org/drawingml/2006/main">
              <a:ext uri="{FF2B5EF4-FFF2-40B4-BE49-F238E27FC236}">
                <a16:creationId xmlns:a16="http://schemas.microsoft.com/office/drawing/2014/main" id="{295F44C2-3081-4054-A668-9B52B4A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79500"/>
            <a:ext cx="228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PART 3</a:t>
            </a:r>
          </a:p>
        </p:txBody>
      </p:sp>
      <p:sp>
        <p:nvSpPr>
          <p:cNvPr id="445" name="Google Shape;445;p11">
            <a:extLst xmlns:a="http://schemas.openxmlformats.org/drawingml/2006/main">
              <a:ext uri="{FF2B5EF4-FFF2-40B4-BE49-F238E27FC236}">
                <a16:creationId xmlns:a16="http://schemas.microsoft.com/office/drawing/2014/main" id="{672A012F-A36B-49E0-8C9C-3B092F0D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170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6" name="Google Shape;446;p11">
            <a:extLst xmlns:a="http://schemas.openxmlformats.org/drawingml/2006/main">
              <a:ext uri="{FF2B5EF4-FFF2-40B4-BE49-F238E27FC236}">
                <a16:creationId xmlns:a16="http://schemas.microsoft.com/office/drawing/2014/main" id="{8930419D-F651-4A56-A2E9-589CEE77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079500"/>
            <a:ext cx="22606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목표</a:t>
            </a:r>
          </a:p>
        </p:txBody>
      </p:sp>
      <p:sp>
        <p:nvSpPr>
          <p:cNvPr id="447" name="Google Shape;447;p11">
            <a:extLst xmlns:a="http://schemas.openxmlformats.org/drawingml/2006/main">
              <a:ext uri="{FF2B5EF4-FFF2-40B4-BE49-F238E27FC236}">
                <a16:creationId xmlns:a16="http://schemas.microsoft.com/office/drawing/2014/main" id="{E23FAFEF-629C-4813-B5E5-631B465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0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8" name="Google Shape;448;p11">
            <a:extLst xmlns:a="http://schemas.openxmlformats.org/drawingml/2006/main">
              <a:ext uri="{FF2B5EF4-FFF2-40B4-BE49-F238E27FC236}">
                <a16:creationId xmlns:a16="http://schemas.microsoft.com/office/drawing/2014/main" id="{B2B6747D-5DCA-4063-BE62-C77FC180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2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9" name="Google Shape;449;p11">
            <a:extLst xmlns:a="http://schemas.openxmlformats.org/drawingml/2006/main">
              <a:ext uri="{FF2B5EF4-FFF2-40B4-BE49-F238E27FC236}">
                <a16:creationId xmlns:a16="http://schemas.microsoft.com/office/drawing/2014/main" id="{C653EE72-989C-4B43-B593-0FE8B78A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13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50" name="Google Shape;450;p11">
            <a:extLst xmlns:a="http://schemas.openxmlformats.org/drawingml/2006/main">
              <a:ext uri="{FF2B5EF4-FFF2-40B4-BE49-F238E27FC236}">
                <a16:creationId xmlns:a16="http://schemas.microsoft.com/office/drawing/2014/main" id="{9CC64DF5-3821-4CD3-8CC5-F2F3908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51" name="Google Shape;451;p11">
            <a:extLst xmlns:a="http://schemas.openxmlformats.org/drawingml/2006/main">
              <a:ext uri="{FF2B5EF4-FFF2-40B4-BE49-F238E27FC236}">
                <a16:creationId xmlns:a16="http://schemas.microsoft.com/office/drawing/2014/main" id="{FC57B8ED-AD7B-4185-982F-C0300CD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85100"/>
            <a:ext cx="279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sz="29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52" name="Google Shape;452;p11">
            <a:extLst xmlns:a="http://schemas.openxmlformats.org/drawingml/2006/main">
              <a:ext uri="{FF2B5EF4-FFF2-40B4-BE49-F238E27FC236}">
                <a16:creationId xmlns:a16="http://schemas.microsoft.com/office/drawing/2014/main" id="{A1549999-F726-4DB5-9D3E-634F2C85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7658100"/>
            <a:ext cx="5016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I3 → I4 → I5</a:t>
            </a:r>
          </a:p>
        </p:txBody>
      </p:sp>
      <p:sp>
        <p:nvSpPr>
          <p:cNvPr id="453" name="Google Shape;453;p11">
            <a:extLst xmlns:a="http://schemas.openxmlformats.org/drawingml/2006/main">
              <a:ext uri="{FF2B5EF4-FFF2-40B4-BE49-F238E27FC236}">
                <a16:creationId xmlns:a16="http://schemas.microsoft.com/office/drawing/2014/main" id="{FB91A3D0-7BEB-4277-B257-C320EF07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6700"/>
            <a:ext cx="1308100" cy="2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sz="15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454" name="Google Shape;454;p11">
            <a:extLst xmlns:a="http://schemas.openxmlformats.org/drawingml/2006/main">
              <a:ext uri="{FF2B5EF4-FFF2-40B4-BE49-F238E27FC236}">
                <a16:creationId xmlns:a16="http://schemas.microsoft.com/office/drawing/2014/main" id="{B0BB3C2A-F04C-46D7-8A3F-2B34BDE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캠프 29기</a:t>
            </a:r>
          </a:p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3팀</a:t>
            </a:r>
          </a:p>
        </p:txBody>
      </p:sp>
    </p:spTree>
    <p:extLst>
      <p:ext uri="{BB962C8B-B14F-4D97-AF65-F5344CB8AC3E}">
        <p14:creationId xmlns:p14="http://schemas.microsoft.com/office/powerpoint/2010/main" val="2004580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0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6" name="Google Shape;45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ff6b3f71974a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100" y="889000"/>
            <a:ext cx="164973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7" name="Google Shape;460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87aa0a1e9f4d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145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8" name="Google Shape;461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59f7eea8494f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90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9" name="Google Shape;462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f03f6b4d0a49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62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0" name="Google Shape;463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cde9dc091145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3400" y="12319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1" name="Google Shape;464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ba03f39e6d48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3230" y="4356100"/>
            <a:ext cx="1193800" cy="990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2" name="Google Shape;465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fa41849f234e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53674" y="32258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3" name="Google Shape;466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fa41849f234e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36274" y="3225800"/>
            <a:ext cx="254000" cy="25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4" name="Google Shape;467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a9a85021b4db9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56515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5" name="Google Shape;46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a9a85021b4db9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63881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6" name="Google Shape;46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a9a85021b4db9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3500" y="7124700"/>
            <a:ext cx="51308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7" name="Google Shape;470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266229501140cc">
            <a:alphaModFix amt="15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180000">
            <a:off x="13017500" y="8432800"/>
            <a:ext cx="2476500" cy="207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8" name="Google Shape;471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cd0c8055f2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48427" y="2900136"/>
            <a:ext cx="2971800" cy="10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09" name="Google Shape;472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cd0c8055f248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48427" y="3484336"/>
            <a:ext cx="2971800" cy="10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3" name="Google Shape;473;p12">
            <a:extLst xmlns:a="http://schemas.openxmlformats.org/drawingml/2006/main">
              <a:ext uri="{FF2B5EF4-FFF2-40B4-BE49-F238E27FC236}">
                <a16:creationId xmlns:a16="http://schemas.microsoft.com/office/drawing/2014/main" id="{4D44DFE7-4ECA-4B50-91B3-3BFC9C2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593" y="4356100"/>
            <a:ext cx="805031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sz="1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474" name="Google Shape;474;p12">
            <a:extLst xmlns:a="http://schemas.openxmlformats.org/drawingml/2006/main">
              <a:ext uri="{FF2B5EF4-FFF2-40B4-BE49-F238E27FC236}">
                <a16:creationId xmlns:a16="http://schemas.microsoft.com/office/drawing/2014/main" id="{53BFB7B0-6687-4DD9-8C2C-DCBC760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050" y="3886200"/>
            <a:ext cx="6223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sz="110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475" name="Google Shape;475;p12">
            <a:extLst xmlns:a="http://schemas.openxmlformats.org/drawingml/2006/main">
              <a:ext uri="{FF2B5EF4-FFF2-40B4-BE49-F238E27FC236}">
                <a16:creationId xmlns:a16="http://schemas.microsoft.com/office/drawing/2014/main" id="{40A3594F-8383-4ACA-9DEB-6FBD9006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624" y="5994400"/>
            <a:ext cx="1308100" cy="2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00"/>
              <a:buFont typeface="Arial"/>
              <a:buNone/>
            </a:pPr>
            <a:r>
              <a:rPr sz="157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476" name="Google Shape;476;p12">
            <a:extLst xmlns:a="http://schemas.openxmlformats.org/drawingml/2006/main">
              <a:ext uri="{FF2B5EF4-FFF2-40B4-BE49-F238E27FC236}">
                <a16:creationId xmlns:a16="http://schemas.microsoft.com/office/drawing/2014/main" id="{576712A3-F652-4C0C-A94B-ECD55901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26100"/>
            <a:ext cx="1993900" cy="153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sz="8600" b="0" i="0" u="none" cap="none">
                <a:solidFill>
                  <a:srgbClr val="41C5FF"/>
                </a:solidFill>
                <a:latin typeface="Arial"/>
                <a:ea typeface="Arial"/>
                <a:cs typeface="Arial"/>
              </a:rPr>
              <a:t>[     ]</a:t>
            </a:r>
          </a:p>
        </p:txBody>
      </p:sp>
      <p:sp>
        <p:nvSpPr>
          <p:cNvPr id="477" name="Google Shape;477;p12">
            <a:extLst xmlns:a="http://schemas.openxmlformats.org/drawingml/2006/main">
              <a:ext uri="{FF2B5EF4-FFF2-40B4-BE49-F238E27FC236}">
                <a16:creationId xmlns:a16="http://schemas.microsoft.com/office/drawing/2014/main" id="{1B76FE4B-DAC7-4E08-AE0A-07393A71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181100"/>
            <a:ext cx="546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대주제명: LLM 기반 대화형 데이터 분석·자동 리포팅</a:t>
            </a:r>
          </a:p>
        </p:txBody>
      </p:sp>
      <p:sp>
        <p:nvSpPr>
          <p:cNvPr id="478" name="Google Shape;478;p12">
            <a:extLst xmlns:a="http://schemas.openxmlformats.org/drawingml/2006/main">
              <a:ext uri="{FF2B5EF4-FFF2-40B4-BE49-F238E27FC236}">
                <a16:creationId xmlns:a16="http://schemas.microsoft.com/office/drawing/2014/main" id="{DFA4019B-7436-4C6C-8650-56C7E1E5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0" y="7937500"/>
            <a:ext cx="49784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 3Team {</a:t>
            </a:r>
          </a:p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presenter = 박준희</a:t>
            </a:r>
          </a:p>
          <a:p xmlns:a="http://schemas.openxmlformats.org/drawingml/2006/main">
            <a:pPr marL="0" marR="0" lvl="0" indent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// 질문과 피드백을 받겠습니다.</a:t>
            </a:r>
          </a:p>
        </p:txBody>
      </p:sp>
      <p:sp>
        <p:nvSpPr>
          <p:cNvPr id="479" name="Google Shape;479;p12">
            <a:extLst xmlns:a="http://schemas.openxmlformats.org/drawingml/2006/main">
              <a:ext uri="{FF2B5EF4-FFF2-40B4-BE49-F238E27FC236}">
                <a16:creationId xmlns:a16="http://schemas.microsoft.com/office/drawing/2014/main" id="{2A16A2C2-1D53-44DB-AE2D-08FC3F0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-1054100"/>
            <a:ext cx="1511300" cy="478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00"/>
              <a:buFont typeface="Arial"/>
              <a:buNone/>
            </a:pPr>
            <a:r>
              <a:rPr sz="26900" b="0" i="0" u="none" cap="none">
                <a:solidFill>
                  <a:srgbClr val="DC56A9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480" name="Google Shape;480;p12">
            <a:extLst xmlns:a="http://schemas.openxmlformats.org/drawingml/2006/main">
              <a:ext uri="{FF2B5EF4-FFF2-40B4-BE49-F238E27FC236}">
                <a16:creationId xmlns:a16="http://schemas.microsoft.com/office/drawing/2014/main" id="{5CB8DFCC-DAC7-4193-B24C-D818687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00" y="2324100"/>
            <a:ext cx="2489200" cy="534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00"/>
              <a:buFont typeface="Arial"/>
              <a:buNone/>
            </a:pPr>
            <a:r>
              <a:rPr sz="29900" b="0" i="0" u="none" cap="none">
                <a:solidFill>
                  <a:srgbClr val="FF630E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481" name="Google Shape;481;p12">
            <a:extLst xmlns:a="http://schemas.openxmlformats.org/drawingml/2006/main">
              <a:ext uri="{FF2B5EF4-FFF2-40B4-BE49-F238E27FC236}">
                <a16:creationId xmlns:a16="http://schemas.microsoft.com/office/drawing/2014/main" id="{2D328E62-816B-469F-964E-8A08CAB0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00" y="1333500"/>
            <a:ext cx="18923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29기 3팀</a:t>
            </a:r>
          </a:p>
        </p:txBody>
      </p:sp>
    </p:spTree>
    <p:extLst>
      <p:ext uri="{BB962C8B-B14F-4D97-AF65-F5344CB8AC3E}">
        <p14:creationId xmlns:p14="http://schemas.microsoft.com/office/powerpoint/2010/main" val="2036525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2026-08-03T23:35:22.2610000Z</dcterms:created>
  <dcterms:modified xsi:type="dcterms:W3CDTF">2026-08-03T23:35:22.2610000Z</dcterms:modified>
</coreProperties>
</file>