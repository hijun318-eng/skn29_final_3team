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fs7eAajgBJceg2no6+hz/phH7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CE567F-DF25-4B98-AB8C-8CCFA220AA65}">
  <a:tblStyle styleId="{37CE567F-DF25-4B98-AB8C-8CCFA220AA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12" Type="http://schemas.openxmlformats.org/officeDocument/2006/relationships/image" Target="../media/image7.png"/><Relationship Id="rId9" Type="http://schemas.openxmlformats.org/officeDocument/2006/relationships/image" Target="../media/image23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1.png"/><Relationship Id="rId13" Type="http://schemas.openxmlformats.org/officeDocument/2006/relationships/image" Target="../media/image3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5" Type="http://schemas.openxmlformats.org/officeDocument/2006/relationships/image" Target="../media/image2.png"/><Relationship Id="rId14" Type="http://schemas.openxmlformats.org/officeDocument/2006/relationships/image" Target="../media/image5.png"/><Relationship Id="rId16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40.png"/><Relationship Id="rId13" Type="http://schemas.openxmlformats.org/officeDocument/2006/relationships/image" Target="../media/image2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Relationship Id="rId1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5.png"/><Relationship Id="rId13" Type="http://schemas.openxmlformats.org/officeDocument/2006/relationships/image" Target="../media/image28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33.png"/><Relationship Id="rId15" Type="http://schemas.openxmlformats.org/officeDocument/2006/relationships/image" Target="../media/image42.png"/><Relationship Id="rId14" Type="http://schemas.openxmlformats.org/officeDocument/2006/relationships/image" Target="../media/image50.png"/><Relationship Id="rId17" Type="http://schemas.openxmlformats.org/officeDocument/2006/relationships/image" Target="../media/image45.png"/><Relationship Id="rId16" Type="http://schemas.openxmlformats.org/officeDocument/2006/relationships/image" Target="../media/image46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18" Type="http://schemas.openxmlformats.org/officeDocument/2006/relationships/image" Target="../media/image1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1.png"/><Relationship Id="rId13" Type="http://schemas.openxmlformats.org/officeDocument/2006/relationships/image" Target="../media/image55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Relationship Id="rId15" Type="http://schemas.openxmlformats.org/officeDocument/2006/relationships/image" Target="../media/image56.png"/><Relationship Id="rId14" Type="http://schemas.openxmlformats.org/officeDocument/2006/relationships/image" Target="../media/image49.png"/><Relationship Id="rId16" Type="http://schemas.openxmlformats.org/officeDocument/2006/relationships/image" Target="../media/image52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1.png"/><Relationship Id="rId13" Type="http://schemas.openxmlformats.org/officeDocument/2006/relationships/image" Target="../media/image57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Relationship Id="rId15" Type="http://schemas.openxmlformats.org/officeDocument/2006/relationships/image" Target="../media/image73.png"/><Relationship Id="rId14" Type="http://schemas.openxmlformats.org/officeDocument/2006/relationships/image" Target="../media/image74.png"/><Relationship Id="rId16" Type="http://schemas.openxmlformats.org/officeDocument/2006/relationships/image" Target="../media/image58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28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15" Type="http://schemas.openxmlformats.org/officeDocument/2006/relationships/image" Target="../media/image63.png"/><Relationship Id="rId14" Type="http://schemas.openxmlformats.org/officeDocument/2006/relationships/image" Target="../media/image60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28.png"/><Relationship Id="rId13" Type="http://schemas.openxmlformats.org/officeDocument/2006/relationships/image" Target="../media/image66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9" Type="http://schemas.openxmlformats.org/officeDocument/2006/relationships/image" Target="../media/image69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70376" y="4394200"/>
            <a:ext cx="1193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3776" y="47371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6376" y="47371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11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77763" y="2895600"/>
            <a:ext cx="29718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77763" y="3479800"/>
            <a:ext cx="2971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1971876" y="25400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최종 프로젝트</a:t>
            </a:r>
            <a:endParaRPr b="0" i="0" sz="8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5819976" y="4076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중간발표회를</a:t>
            </a:r>
            <a:endParaRPr b="0" i="0" sz="8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966655" y="5626100"/>
            <a:ext cx="6172200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위한  템플릿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1657721" y="2311400"/>
            <a:ext cx="622300" cy="19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0" i="0" lang="en-US" sz="110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0253085" y="5473700"/>
            <a:ext cx="130810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b="0" i="0" lang="en-US" sz="157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581476" y="5626100"/>
            <a:ext cx="1993900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[     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683000" y="11811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</a:t>
            </a:r>
            <a:r>
              <a:rPr lang="en-US" sz="1700">
                <a:solidFill>
                  <a:srgbClr val="FFFFFF"/>
                </a:solidFill>
              </a:rPr>
              <a:t>00</a:t>
            </a: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1582400" y="7937500"/>
            <a:ext cx="5842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 </a:t>
            </a:r>
            <a:r>
              <a:rPr b="0" i="0" lang="en-US" sz="26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1Team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 )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presenter :  = </a:t>
            </a:r>
            <a:r>
              <a:rPr b="0" i="0" lang="en-US" sz="26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홍길동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; / </a:t>
            </a:r>
            <a:r>
              <a:rPr b="0" i="0" lang="en-US" sz="2600" u="none" cap="none" strike="noStrike">
                <a:solidFill>
                  <a:srgbClr val="43D0AD"/>
                </a:solidFill>
                <a:latin typeface="Arial"/>
                <a:ea typeface="Arial"/>
                <a:cs typeface="Arial"/>
                <a:sym typeface="Arial"/>
              </a:rPr>
              <a:t>팀명</a:t>
            </a:r>
            <a:endParaRPr b="0" i="0" sz="2600" u="none" cap="none" strike="noStrike">
              <a:solidFill>
                <a:srgbClr val="43D0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// 팀원 .  </a:t>
            </a:r>
            <a:r>
              <a:rPr b="0" i="0" lang="en-US" sz="26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장보고. 신사임당. 이순신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 - 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2311400" y="8267700"/>
            <a:ext cx="6934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↑ ↑ ↑  제목은 팀의 세부주제명으로 작성해주세요.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2311400" y="8851900"/>
            <a:ext cx="6934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↑ ↑ ↑  제목은 팀의 세부주제명으로 작성해주세요.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447800" y="1079500"/>
            <a:ext cx="35433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0700" y="2603500"/>
            <a:ext cx="6108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0000" y="2603500"/>
            <a:ext cx="85344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0000" y="7531100"/>
            <a:ext cx="85344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0000" y="5067300"/>
            <a:ext cx="85344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9400" y="3530600"/>
            <a:ext cx="1041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9400" y="5994400"/>
            <a:ext cx="1041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9400" y="8445500"/>
            <a:ext cx="1041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971800" y="3530600"/>
            <a:ext cx="1346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 txBox="1"/>
          <p:nvPr/>
        </p:nvSpPr>
        <p:spPr>
          <a:xfrm>
            <a:off x="3975100" y="2844800"/>
            <a:ext cx="34671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2108200" y="2933700"/>
            <a:ext cx="1295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5067300"/>
            <a:ext cx="6108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2971800" y="5994400"/>
            <a:ext cx="1346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"/>
          <p:cNvSpPr txBox="1"/>
          <p:nvPr/>
        </p:nvSpPr>
        <p:spPr>
          <a:xfrm>
            <a:off x="3975100" y="5308600"/>
            <a:ext cx="34671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진행 현황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2108200" y="5397500"/>
            <a:ext cx="1295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0700" y="7531100"/>
            <a:ext cx="6108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971800" y="8458200"/>
            <a:ext cx="1346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"/>
          <p:cNvSpPr txBox="1"/>
          <p:nvPr/>
        </p:nvSpPr>
        <p:spPr>
          <a:xfrm>
            <a:off x="3975100" y="7772400"/>
            <a:ext cx="34671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예상 결과 목표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2108200" y="7861300"/>
            <a:ext cx="1295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9398000" y="3035300"/>
            <a:ext cx="552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프로젝트 주제 소개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기획 소개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9398000" y="5499100"/>
            <a:ext cx="552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WBS기반 진행 현황 전반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 이슈사항, 트러블 슈팅 등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9398000" y="7962900"/>
            <a:ext cx="5346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 결과 목표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⑥ 기타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"/>
          <p:cNvPicPr preferRelativeResize="0"/>
          <p:nvPr/>
        </p:nvPicPr>
        <p:blipFill rotWithShape="1">
          <a:blip r:embed="rId9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 txBox="1"/>
          <p:nvPr/>
        </p:nvSpPr>
        <p:spPr>
          <a:xfrm>
            <a:off x="5538888" y="4758785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8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3683000" y="1181100"/>
            <a:ext cx="500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LLM을 활용한 AI 모의면접 서비스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5473700" y="3695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PART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067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0700" y="2603500"/>
            <a:ext cx="55499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26035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43688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61341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79121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88300" y="5600700"/>
            <a:ext cx="6731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0700" y="6134100"/>
            <a:ext cx="55499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2120900" y="3924300"/>
            <a:ext cx="4889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2120900" y="7454900"/>
            <a:ext cx="4889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4521200" y="1079500"/>
            <a:ext cx="34798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9563100" y="3022600"/>
            <a:ext cx="76073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내용 입력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9550400" y="4787900"/>
            <a:ext cx="76454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내용 입력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9537700" y="6553200"/>
            <a:ext cx="7670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내용 입력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9461500" y="8331200"/>
            <a:ext cx="78105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내용 입력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1955800" y="3048000"/>
            <a:ext cx="5143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3378200" y="4305300"/>
            <a:ext cx="23749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명을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입력해주세요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1955800" y="6565900"/>
            <a:ext cx="5118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3289300" y="7835900"/>
            <a:ext cx="2552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9. 20. - 11. 15.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6959600" y="3352800"/>
            <a:ext cx="5308600" cy="53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7543800" y="3937000"/>
            <a:ext cx="4140200" cy="41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5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6451600" y="2857500"/>
            <a:ext cx="6311900" cy="63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5168900" y="4178300"/>
            <a:ext cx="3937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" y="40513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90700" y="26035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90700" y="80518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90700" y="4927600"/>
            <a:ext cx="71374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3652500" y="4178300"/>
            <a:ext cx="3937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287000" y="4927600"/>
            <a:ext cx="71374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0" y="26035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0" y="80518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10800000">
            <a:off x="1981200" y="7086600"/>
            <a:ext cx="67691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10800000">
            <a:off x="10464800" y="7086600"/>
            <a:ext cx="67691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5168900" y="7289800"/>
            <a:ext cx="3937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3652500" y="7289800"/>
            <a:ext cx="3937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4521200" y="1079500"/>
            <a:ext cx="34798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2044700" y="3022600"/>
            <a:ext cx="66294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게시판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3479800" y="5422900"/>
            <a:ext cx="37719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게시판 글 작성 ·  수정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삭제 ·  열람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2019300" y="8458200"/>
            <a:ext cx="66929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게시판 댓글 작성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10655300" y="3022600"/>
            <a:ext cx="6388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실시간 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11963400" y="5422900"/>
            <a:ext cx="37719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친구 추가 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실시간 채팅 보내기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0541000" y="8458200"/>
            <a:ext cx="66167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메시지 열람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832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3200" y="3276600"/>
            <a:ext cx="6096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907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136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6365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13">
            <a:alphaModFix amt="10000"/>
          </a:blip>
          <a:srcRect b="0" l="0" r="0" t="0"/>
          <a:stretch/>
        </p:blipFill>
        <p:spPr>
          <a:xfrm>
            <a:off x="17780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13">
            <a:alphaModFix amt="10000"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13">
            <a:alphaModFix amt="10000"/>
          </a:blip>
          <a:srcRect b="0" l="0" r="0" t="0"/>
          <a:stretch/>
        </p:blipFill>
        <p:spPr>
          <a:xfrm>
            <a:off x="126365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907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636500" y="4622800"/>
            <a:ext cx="47879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5400000">
            <a:off x="38354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5400000">
            <a:off x="92583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5400000">
            <a:off x="146812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기술스택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993900" y="3022600"/>
            <a:ext cx="4381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7480300" y="3022600"/>
            <a:ext cx="4254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2877800" y="3022600"/>
            <a:ext cx="430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0701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사용한 기술명을 입력해주세요.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해당 페이지는 기술에 대한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설명을 적는 페이지 입니다.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개발에 사용된 기술을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설명해 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803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사용한 기술명을 입력해주세요.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프로그램 기술 스펙을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설명해 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개발에 사용된 기술을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설명해 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2915900" y="5473700"/>
            <a:ext cx="4229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사용한 기술명을 입력해주세요.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데이터를 위한 기술을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설명해 주세요.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5151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2603500"/>
            <a:ext cx="76454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907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79000" y="2603500"/>
            <a:ext cx="76454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58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90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541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81400" y="4114800"/>
            <a:ext cx="40767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5410200" y="3898900"/>
            <a:ext cx="419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69700" y="4114800"/>
            <a:ext cx="40767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13398500" y="3898900"/>
            <a:ext cx="419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17907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7907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57658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97790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137541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7658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7790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7541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7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팀원분담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2057400" y="2882900"/>
            <a:ext cx="71247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10134600" y="2882900"/>
            <a:ext cx="69469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2082800" y="4889500"/>
            <a:ext cx="3086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5994400" y="4889500"/>
            <a:ext cx="3213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10007600" y="4889500"/>
            <a:ext cx="32258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박00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13957300" y="4889500"/>
            <a:ext cx="32639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2222500" y="6413500"/>
            <a:ext cx="28956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프로토타입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회원가입/로그인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실시간 채팅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6350000" y="6413500"/>
            <a:ext cx="2590800" cy="2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게시판 글 작성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게시판 글 열람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게시판 글 수정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게시판 글 삭제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10058400" y="6413500"/>
            <a:ext cx="31877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데이터베이스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  OS 및 네트워크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  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14160500" y="6413500"/>
            <a:ext cx="29337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Sever 연결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  담당파트를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  해주세요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8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8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8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8"/>
          <p:cNvPicPr preferRelativeResize="0"/>
          <p:nvPr/>
        </p:nvPicPr>
        <p:blipFill rotWithShape="1">
          <a:blip r:embed="rId9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8"/>
          <p:cNvSpPr txBox="1"/>
          <p:nvPr/>
        </p:nvSpPr>
        <p:spPr>
          <a:xfrm>
            <a:off x="5538888" y="4758785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진행 현황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 txBox="1"/>
          <p:nvPr/>
        </p:nvSpPr>
        <p:spPr>
          <a:xfrm>
            <a:off x="3683000" y="1181100"/>
            <a:ext cx="530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LLM을 활용한 AI 모의면접 서비스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5473700" y="3695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PART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7734300"/>
            <a:ext cx="520700" cy="520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p9"/>
          <p:cNvGraphicFramePr/>
          <p:nvPr/>
        </p:nvGraphicFramePr>
        <p:xfrm>
          <a:off x="1968500" y="26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{37CE567F-DF25-4B98-AB8C-8CCFA220AA65}</a:tableStyleId>
              </a:tblPr>
              <a:tblGrid>
                <a:gridCol w="3492500"/>
                <a:gridCol w="2400300"/>
                <a:gridCol w="2400300"/>
                <a:gridCol w="2400300"/>
                <a:gridCol w="2400300"/>
                <a:gridCol w="2400300"/>
              </a:tblGrid>
              <a:tr h="7747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 일정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b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 hMerge="1"/>
                <a:tc hMerge="1"/>
                <a:tc hMerge="1"/>
                <a:tc hMerge="1"/>
              </a:tr>
              <a:tr h="774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56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D0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3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FF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7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7" name="Google Shape;387;p9"/>
          <p:cNvGraphicFramePr/>
          <p:nvPr/>
        </p:nvGraphicFramePr>
        <p:xfrm>
          <a:off x="1968500" y="42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{37CE567F-DF25-4B98-AB8C-8CCFA220AA65}</a:tableStyleId>
              </a:tblPr>
              <a:tblGrid>
                <a:gridCol w="3454400"/>
                <a:gridCol w="2400300"/>
                <a:gridCol w="2400300"/>
                <a:gridCol w="2400300"/>
                <a:gridCol w="2400300"/>
                <a:gridCol w="2400300"/>
              </a:tblGrid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</a:tbl>
          </a:graphicData>
        </a:graphic>
      </p:graphicFrame>
      <p:pic>
        <p:nvPicPr>
          <p:cNvPr id="388" name="Google Shape;38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2200" y="4521200"/>
            <a:ext cx="5168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37400" y="5880100"/>
            <a:ext cx="48514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94700" y="7175500"/>
            <a:ext cx="84455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72200" y="8521700"/>
            <a:ext cx="3390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081000" y="8521700"/>
            <a:ext cx="38354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9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7137400" y="46863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상세내용을 입력해주세요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7950200" y="60325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상세내용을 입력해주세요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10998200" y="73406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상세내용을 입력해주세요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7289800" y="8686800"/>
            <a:ext cx="1219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상세내용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 txBox="1"/>
          <p:nvPr/>
        </p:nvSpPr>
        <p:spPr>
          <a:xfrm>
            <a:off x="13373100" y="86868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상세내용을 입력해주세요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0"/>
          <p:cNvPicPr preferRelativeResize="0"/>
          <p:nvPr/>
        </p:nvPicPr>
        <p:blipFill rotWithShape="1">
          <a:blip r:embed="rId9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0"/>
          <p:cNvSpPr txBox="1"/>
          <p:nvPr/>
        </p:nvSpPr>
        <p:spPr>
          <a:xfrm>
            <a:off x="5538888" y="4758785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예상 결과 목표</a:t>
            </a:r>
            <a:endParaRPr b="0" i="0" sz="8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3683000" y="1181100"/>
            <a:ext cx="523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LLM을 활용한 AI 모의면접 서비스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5473700" y="3695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PART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9789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01900" y="2603500"/>
            <a:ext cx="14122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83000" y="7315200"/>
            <a:ext cx="117602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41700" y="6667500"/>
            <a:ext cx="122428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1"/>
          <p:cNvSpPr txBox="1"/>
          <p:nvPr/>
        </p:nvSpPr>
        <p:spPr>
          <a:xfrm>
            <a:off x="3670300" y="4254500"/>
            <a:ext cx="11772900" cy="2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관련 궁금한 점을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자유롭게 질문해주세요!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1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"/>
          <p:cNvSpPr txBox="1"/>
          <p:nvPr/>
        </p:nvSpPr>
        <p:spPr>
          <a:xfrm>
            <a:off x="7112000" y="7658100"/>
            <a:ext cx="50165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Ask me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1"/>
          <p:cNvSpPr txBox="1"/>
          <p:nvPr/>
        </p:nvSpPr>
        <p:spPr>
          <a:xfrm>
            <a:off x="9105900" y="2806700"/>
            <a:ext cx="130810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b="0" i="0" lang="en-US" sz="1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3230" y="4356100"/>
            <a:ext cx="1193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953674" y="32258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36274" y="32258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2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2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2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2"/>
          <p:cNvPicPr preferRelativeResize="0"/>
          <p:nvPr/>
        </p:nvPicPr>
        <p:blipFill rotWithShape="1">
          <a:blip r:embed="rId11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8427" y="2900136"/>
            <a:ext cx="29718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8427" y="3484336"/>
            <a:ext cx="2971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2"/>
          <p:cNvSpPr txBox="1"/>
          <p:nvPr/>
        </p:nvSpPr>
        <p:spPr>
          <a:xfrm>
            <a:off x="5150593" y="4356100"/>
            <a:ext cx="805031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0" i="0" lang="en-US" sz="1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 txBox="1"/>
          <p:nvPr/>
        </p:nvSpPr>
        <p:spPr>
          <a:xfrm>
            <a:off x="13227050" y="3886200"/>
            <a:ext cx="622300" cy="19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0" i="0" lang="en-US" sz="110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11299624" y="5994400"/>
            <a:ext cx="130810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b="0" i="0" lang="en-US" sz="157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2686050" y="5626100"/>
            <a:ext cx="1993900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[     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 txBox="1"/>
          <p:nvPr/>
        </p:nvSpPr>
        <p:spPr>
          <a:xfrm>
            <a:off x="3683000" y="11811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LLM을 활용한 AI 모의면접 서비스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 txBox="1"/>
          <p:nvPr/>
        </p:nvSpPr>
        <p:spPr>
          <a:xfrm>
            <a:off x="2298700" y="7937500"/>
            <a:ext cx="4978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 </a:t>
            </a:r>
            <a:r>
              <a:rPr b="0" i="0" lang="en-US" sz="26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1Team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 )   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presenter :  = </a:t>
            </a:r>
            <a:r>
              <a:rPr b="0" i="0" lang="en-US" sz="26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홍길동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; / </a:t>
            </a:r>
            <a:r>
              <a:rPr b="0" i="0" lang="en-US" sz="2600" u="none" cap="none" strike="noStrike">
                <a:solidFill>
                  <a:srgbClr val="43D0AD"/>
                </a:solidFill>
                <a:latin typeface="Arial"/>
                <a:ea typeface="Arial"/>
                <a:cs typeface="Arial"/>
                <a:sym typeface="Arial"/>
              </a:rPr>
              <a:t>팀명</a:t>
            </a:r>
            <a:endParaRPr b="0" i="0" sz="2600" u="none" cap="none" strike="noStrike">
              <a:solidFill>
                <a:srgbClr val="43D0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// 팀원 .  </a:t>
            </a:r>
            <a:r>
              <a:rPr b="0" i="0" lang="en-US" sz="26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장보고. 신사임당. 이순신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 - 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1기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HYUNJOO KWON</dc:creator>
</cp:coreProperties>
</file>