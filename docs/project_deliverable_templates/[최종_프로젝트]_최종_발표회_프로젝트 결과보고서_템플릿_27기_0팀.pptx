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tsIybsGCvPJuShyqxac7ykXdz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D5965-F863-421C-B0F5-E8395B57EC45}">
  <a:tblStyle styleId="{B3DD5965-F863-421C-B0F5-E8395B57EC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1" name="Google Shape;6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4" name="Google Shape;6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0.png"/><Relationship Id="rId13" Type="http://schemas.openxmlformats.org/officeDocument/2006/relationships/image" Target="../media/image15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15" Type="http://schemas.openxmlformats.org/officeDocument/2006/relationships/hyperlink" Target="https://youtu.be/AzQ6RnzUnpE" TargetMode="External"/><Relationship Id="rId1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39.png"/><Relationship Id="rId6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9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49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3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9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52.png"/><Relationship Id="rId13" Type="http://schemas.openxmlformats.org/officeDocument/2006/relationships/image" Target="../media/image18.png"/><Relationship Id="rId1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9" Type="http://schemas.openxmlformats.org/officeDocument/2006/relationships/image" Target="../media/image47.png"/><Relationship Id="rId14" Type="http://schemas.openxmlformats.org/officeDocument/2006/relationships/image" Target="../media/image22.png"/><Relationship Id="rId5" Type="http://schemas.openxmlformats.org/officeDocument/2006/relationships/image" Target="../media/image37.png"/><Relationship Id="rId6" Type="http://schemas.openxmlformats.org/officeDocument/2006/relationships/image" Target="../media/image65.png"/><Relationship Id="rId7" Type="http://schemas.openxmlformats.org/officeDocument/2006/relationships/image" Target="../media/image53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50.png"/><Relationship Id="rId13" Type="http://schemas.openxmlformats.org/officeDocument/2006/relationships/image" Target="../media/image60.png"/><Relationship Id="rId1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9" Type="http://schemas.openxmlformats.org/officeDocument/2006/relationships/image" Target="../media/image51.png"/><Relationship Id="rId15" Type="http://schemas.openxmlformats.org/officeDocument/2006/relationships/image" Target="../media/image22.png"/><Relationship Id="rId14" Type="http://schemas.openxmlformats.org/officeDocument/2006/relationships/image" Target="../media/image18.png"/><Relationship Id="rId17" Type="http://schemas.openxmlformats.org/officeDocument/2006/relationships/image" Target="../media/image62.png"/><Relationship Id="rId16" Type="http://schemas.openxmlformats.org/officeDocument/2006/relationships/image" Target="../media/image65.png"/><Relationship Id="rId5" Type="http://schemas.openxmlformats.org/officeDocument/2006/relationships/image" Target="../media/image37.png"/><Relationship Id="rId6" Type="http://schemas.openxmlformats.org/officeDocument/2006/relationships/image" Target="../media/image45.png"/><Relationship Id="rId7" Type="http://schemas.openxmlformats.org/officeDocument/2006/relationships/image" Target="../media/image81.png"/><Relationship Id="rId8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64.png"/><Relationship Id="rId9" Type="http://schemas.openxmlformats.org/officeDocument/2006/relationships/image" Target="../media/image61.png"/><Relationship Id="rId5" Type="http://schemas.openxmlformats.org/officeDocument/2006/relationships/image" Target="../media/image52.png"/><Relationship Id="rId6" Type="http://schemas.openxmlformats.org/officeDocument/2006/relationships/image" Target="../media/image36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77.png"/><Relationship Id="rId9" Type="http://schemas.openxmlformats.org/officeDocument/2006/relationships/image" Target="../media/image66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72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9" Type="http://schemas.openxmlformats.org/officeDocument/2006/relationships/image" Target="../media/image67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71.png"/><Relationship Id="rId8" Type="http://schemas.openxmlformats.org/officeDocument/2006/relationships/image" Target="../media/image8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75.png"/><Relationship Id="rId8" Type="http://schemas.openxmlformats.org/officeDocument/2006/relationships/image" Target="../media/image6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73.png"/><Relationship Id="rId8" Type="http://schemas.openxmlformats.org/officeDocument/2006/relationships/image" Target="../media/image7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74.png"/><Relationship Id="rId9" Type="http://schemas.openxmlformats.org/officeDocument/2006/relationships/image" Target="../media/image22.png"/><Relationship Id="rId5" Type="http://schemas.openxmlformats.org/officeDocument/2006/relationships/image" Target="../media/image76.png"/><Relationship Id="rId6" Type="http://schemas.openxmlformats.org/officeDocument/2006/relationships/image" Target="../media/image36.png"/><Relationship Id="rId7" Type="http://schemas.openxmlformats.org/officeDocument/2006/relationships/image" Target="../media/image68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fmla="val 8239" name="adj1"/>
                <a:gd fmla="val 0" name="adj2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4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노트북, 컴퓨터, 의류, 사람이(가) 표시된 사진&#10;&#10;자동 생성된 설명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https://youtu.be/AzQ6RnzUnpE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b="0" i="0" sz="105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12792" t="0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rect b="b" l="l" r="r" t="t"/>
                <a:pathLst>
                  <a:path extrusionOk="0" h="570685" w="733449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b="1" i="0" sz="2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b="1" i="0" sz="14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b="1" i="0" sz="1400" u="none" cap="none" strike="noStrike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 b="0" l="0" r="0" t="0"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fmla="val 5120" name="adj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ko-KR" sz="1200" u="none" cap="none" strike="noStrike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ko-KR" sz="16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b="1" i="0" sz="14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b="1" i="0" sz="1400" u="none" cap="none" strike="noStrike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b="1" i="0" sz="12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○○아카데미(훈련기관명)</a:t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ko-KR" sz="4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 프로젝트명</a:t>
              </a:r>
              <a:br>
                <a:rPr b="1" i="0" lang="ko-KR" sz="4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4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(주제)</a:t>
              </a:r>
              <a:endParaRPr b="1" i="0" sz="4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b="1" i="0" sz="1600" u="none" cap="none" strike="noStrike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descr="EMB0000378c3f3d" id="184" name="Google Shape;18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17378" l="21662" r="0" t="1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800000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ko-KR" sz="2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b="1" i="0" lang="ko-KR" sz="24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b="1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b="1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23907" l="0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4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204" name="Google Shape;204;p4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ko-KR" sz="4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8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207" name="Google Shape;207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6242110" y="2376079"/>
              <a:ext cx="63170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10" name="Google Shape;210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3" name="Google Shape;213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6" name="Google Shape;216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9" name="Google Shape;219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6" name="Google Shape;226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7" name="Google Shape;237;p5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38" name="Google Shape;238;p5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" name="Google Shape;241;p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3" name="Google Shape;243;p5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아래 내용이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반드시 포함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한다.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5" name="Google Shape;245;p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9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"/>
          <p:cNvGrpSpPr/>
          <p:nvPr/>
        </p:nvGrpSpPr>
        <p:grpSpPr>
          <a:xfrm>
            <a:off x="7339013" y="2344962"/>
            <a:ext cx="2122307" cy="3832181"/>
            <a:chOff x="7348911" y="2344962"/>
            <a:chExt cx="2122307" cy="3832181"/>
          </a:xfrm>
        </p:grpSpPr>
        <p:grpSp>
          <p:nvGrpSpPr>
            <p:cNvPr id="256" name="Google Shape;256;p5"/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</p:grpSpPr>
          <p:sp>
            <p:nvSpPr>
              <p:cNvPr id="257" name="Google Shape;25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59" name="Google Shape;259;p5"/>
            <p:cNvGrpSpPr/>
            <p:nvPr/>
          </p:nvGrpSpPr>
          <p:grpSpPr>
            <a:xfrm>
              <a:off x="8192766" y="2344962"/>
              <a:ext cx="418718" cy="380422"/>
              <a:chOff x="427587" y="2066948"/>
              <a:chExt cx="912263" cy="828829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431"/>
                    </a:srgbClr>
                  </a:gs>
                  <a:gs pos="69000">
                    <a:srgbClr val="FFFFFF">
                      <a:alpha val="33333"/>
                    </a:srgbClr>
                  </a:gs>
                  <a:gs pos="100000">
                    <a:srgbClr val="FFFFFF">
                      <a:alpha val="33333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2" name="Google Shape;26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5"/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구조</a:t>
              </a:r>
              <a:endParaRPr b="1" i="0" sz="19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5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265" name="Google Shape;265;p5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41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68" name="Google Shape;268;p5"/>
            <p:cNvSpPr txBox="1"/>
            <p:nvPr/>
          </p:nvSpPr>
          <p:spPr>
            <a:xfrm>
              <a:off x="710830" y="3060042"/>
              <a:ext cx="1704300" cy="9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" name="Google Shape;269;p5"/>
            <p:cNvGrpSpPr/>
            <p:nvPr/>
          </p:nvGrpSpPr>
          <p:grpSpPr>
            <a:xfrm>
              <a:off x="1388467" y="2344962"/>
              <a:ext cx="418718" cy="416547"/>
              <a:chOff x="427587" y="2066948"/>
              <a:chExt cx="912263" cy="907536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2" name="Google Shape;272;p5"/>
              <p:cNvSpPr txBox="1"/>
              <p:nvPr/>
            </p:nvSpPr>
            <p:spPr>
              <a:xfrm>
                <a:off x="616568" y="2271884"/>
                <a:ext cx="557100" cy="70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5"/>
            <p:cNvSpPr txBox="1"/>
            <p:nvPr/>
          </p:nvSpPr>
          <p:spPr>
            <a:xfrm>
              <a:off x="501797" y="4453027"/>
              <a:ext cx="2122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sng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sng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" name="Google Shape;274;p5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5"/>
          <p:cNvGrpSpPr/>
          <p:nvPr/>
        </p:nvGrpSpPr>
        <p:grpSpPr>
          <a:xfrm>
            <a:off x="2774271" y="2344962"/>
            <a:ext cx="2122307" cy="3832181"/>
            <a:chOff x="2784169" y="2344962"/>
            <a:chExt cx="2122307" cy="3832181"/>
          </a:xfrm>
        </p:grpSpPr>
        <p:grpSp>
          <p:nvGrpSpPr>
            <p:cNvPr id="276" name="Google Shape;276;p5"/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</p:grpSpPr>
          <p:sp>
            <p:nvSpPr>
              <p:cNvPr id="277" name="Google Shape;27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79" name="Google Shape;279;p5"/>
            <p:cNvGrpSpPr/>
            <p:nvPr/>
          </p:nvGrpSpPr>
          <p:grpSpPr>
            <a:xfrm>
              <a:off x="3677916" y="2344962"/>
              <a:ext cx="418718" cy="380422"/>
              <a:chOff x="427587" y="2066948"/>
              <a:chExt cx="912263" cy="828829"/>
            </a:xfrm>
          </p:grpSpPr>
          <p:sp>
            <p:nvSpPr>
              <p:cNvPr id="280" name="Google Shape;28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431"/>
                    </a:srgbClr>
                  </a:gs>
                  <a:gs pos="69000">
                    <a:srgbClr val="FFFFFF">
                      <a:alpha val="33333"/>
                    </a:srgbClr>
                  </a:gs>
                  <a:gs pos="100000">
                    <a:srgbClr val="FFFFFF">
                      <a:alpha val="33333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2" name="Google Shape;28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5"/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"/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구현 내용, 컨셉, 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훈련내용과의 연관성</a:t>
              </a: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" name="Google Shape;285;p5"/>
            <p:cNvCxnSpPr/>
            <p:nvPr/>
          </p:nvCxnSpPr>
          <p:spPr>
            <a:xfrm>
              <a:off x="3741100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86" name="Google Shape;286;p5"/>
          <p:cNvGrpSpPr/>
          <p:nvPr/>
        </p:nvGrpSpPr>
        <p:grpSpPr>
          <a:xfrm>
            <a:off x="5054374" y="2344962"/>
            <a:ext cx="2124575" cy="3832181"/>
            <a:chOff x="5064272" y="2344962"/>
            <a:chExt cx="2124575" cy="3832181"/>
          </a:xfrm>
        </p:grpSpPr>
        <p:grpSp>
          <p:nvGrpSpPr>
            <p:cNvPr id="287" name="Google Shape;287;p5"/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41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5913116" y="2344962"/>
              <a:ext cx="418718" cy="380422"/>
              <a:chOff x="427587" y="2066948"/>
              <a:chExt cx="912263" cy="828829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p5"/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재료</a:t>
              </a:r>
              <a:endParaRPr b="1" i="0" sz="18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5" name="Google Shape;295;p5"/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개발환경</a:t>
              </a: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6" name="Google Shape;296;p5"/>
            <p:cNvCxnSpPr/>
            <p:nvPr/>
          </p:nvCxnSpPr>
          <p:spPr>
            <a:xfrm>
              <a:off x="6021203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7" name="Google Shape;297;p5"/>
          <p:cNvGrpSpPr/>
          <p:nvPr/>
        </p:nvGrpSpPr>
        <p:grpSpPr>
          <a:xfrm>
            <a:off x="9616850" y="2344962"/>
            <a:ext cx="2126842" cy="3832181"/>
            <a:chOff x="9626748" y="2344962"/>
            <a:chExt cx="2126842" cy="3832181"/>
          </a:xfrm>
        </p:grpSpPr>
        <p:grpSp>
          <p:nvGrpSpPr>
            <p:cNvPr id="298" name="Google Shape;298;p5"/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41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0477859" y="2344962"/>
              <a:ext cx="418718" cy="380422"/>
              <a:chOff x="427587" y="2066948"/>
              <a:chExt cx="912263" cy="828829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4" name="Google Shape;304;p5"/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5"/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활용방안 및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산출물의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효용</a:t>
              </a: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(효과)/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비즈니스 실무 활용성 제시</a:t>
              </a:r>
              <a:endParaRPr b="1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p5"/>
            <p:cNvCxnSpPr/>
            <p:nvPr/>
          </p:nvCxnSpPr>
          <p:spPr>
            <a:xfrm>
              <a:off x="10583679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8" name="Google Shape;308;p5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09" name="Google Shape;309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7" name="Google Shape;317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8" name="Google Shape;318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9" name="Google Shape;319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1" name="Google Shape;321;p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23" name="Google Shape;323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5" name="Google Shape;325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28" name="Google Shape;328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b="1" i="0" lang="ko-KR" sz="1400" u="none" cap="none" strike="noStrike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b="1" i="0" lang="ko-KR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b="1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30" name="Google Shape;330;p6"/>
          <p:cNvGraphicFramePr/>
          <p:nvPr/>
        </p:nvGraphicFramePr>
        <p:xfrm>
          <a:off x="524528" y="2721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{B3DD5965-F863-421C-B0F5-E8395B57EC45}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411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정○○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이○○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1" name="Google Shape;331;p6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6"/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334" name="Google Shape;334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" name="Google Shape;33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6"/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및 정규화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6"/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339" name="Google Shape;339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서비스 테스팅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2" name="Google Shape;342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6"/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플랫폼 구현</a:t>
            </a:r>
            <a:endParaRPr b="1" i="0" sz="12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6" name="Google Shape;34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6"/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348" name="Google Shape;348;p6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서비스 시스템 설계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1" name="Google Shape;351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" name="Google Shape;352;p6"/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353" name="Google Shape;353;p6"/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텍스트 마이닝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6" name="Google Shape;356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6"/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358" name="Google Shape;358;p6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 데이터 수집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1" name="Google Shape;361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2" name="Google Shape;362;p6"/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363" name="Google Shape;363;p6"/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6" name="Google Shape;366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" name="Google Shape;367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68" name="Google Shape;368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0" name="Google Shape;370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725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1" name="Google Shape;381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82" name="Google Shape;382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3" name="Google Shape;383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5" name="Google Shape;385;p7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7" name="Google Shape;387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89" name="Google Shape;389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90" name="Google Shape;39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절차를 도식화하여 제시하거나,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효과적으로 전달하는 방법 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등이 있다면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가능</a:t>
            </a:r>
            <a:endParaRPr b="0" i="0" sz="14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단계에서 도출된 주제와 아이디어를 기반으로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수행한 세부적인 기간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활동 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작성</a:t>
            </a:r>
            <a:endParaRPr b="0" i="0" sz="14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5" name="Google Shape;395;p7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{B3DD5965-F863-421C-B0F5-E8395B57EC45}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4313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협약기업 데이터 협조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전처리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모델링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O/O(금)(총 7주)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6" name="Google Shape;39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7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8" name="Google Shape;398;p7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399" name="Google Shape;399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0" name="Google Shape;400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" name="Google Shape;402;p7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3" name="Google Shape;40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4" name="Google Shape;404;p7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05" name="Google Shape;405;p7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6" name="Google Shape;406;p7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7" name="Google Shape;407;p7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" name="Google Shape;409;p7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0" name="Google Shape;410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" name="Google Shape;411;p7"/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412" name="Google Shape;412;p7"/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413" name="Google Shape;413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14" name="Google Shape;414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6" name="Google Shape;416;p7"/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필요 데이터  및 수집 절차 정의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7" name="Google Shape;41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7"/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419" name="Google Shape;419;p7"/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420" name="Google Shape;420;p7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21" name="Google Shape;421;p7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3" name="Google Shape;423;p7"/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</a:t>
                </a: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</a:t>
                </a:r>
                <a:r>
                  <a:rPr b="0" i="0" lang="ko-KR" sz="12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 수집</a:t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4" name="Google Shape;424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7"/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426" name="Google Shape;426;p7"/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427" name="Google Shape;427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8" name="Google Shape;428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0" name="Google Shape;430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정제 및 정규화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1" name="Google Shape;43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7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33" name="Google Shape;433;p7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34" name="Google Shape;434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5" name="Google Shape;435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7" name="Google Shape;437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모형 구현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8" name="Google Shape;43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p7"/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440" name="Google Shape;440;p7"/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441" name="Google Shape;441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42" name="Google Shape;442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4" name="Google Shape;444;p7"/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3838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서비스 시스템 설계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5" name="Google Shape;44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7"/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447" name="Google Shape;447;p7"/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448" name="Google Shape;448;p7"/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449" name="Google Shape;449;p7"/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1" name="Google Shape;451;p7"/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플랫폼 구현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52" name="Google Shape;45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8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0" name="Google Shape;460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61" name="Google Shape;461;p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2" name="Google Shape;462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4" name="Google Shape;464;p8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66" name="Google Shape;466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8" name="Google Shape;468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1" name="Google Shape;471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2" name="Google Shape;472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b="1" i="0" lang="ko-KR" sz="1400" u="none" cap="none" strike="noStrike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b="1" i="0" sz="1400" u="none" cap="none" strike="noStrike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3" name="Google Shape;473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74" name="Google Shape;474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5" name="Google Shape;475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i="0" sz="1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6" name="Google Shape;476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6274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8" name="Google Shape;478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79" name="Google Shape;479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0" name="Google Shape;480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81" name="Google Shape;481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2" name="Google Shape;482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" name="Google Shape;484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86" name="Google Shape;486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7" name="Google Shape;487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0" name="Google Shape;490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" name="Google Shape;491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93" name="Google Shape;493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4" name="Google Shape;494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b="0" i="0" sz="14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b="0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6" name="Google Shape;496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97" name="Google Shape;497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8" name="Google Shape;498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9" name="Google Shape;499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" name="Google Shape;500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01" name="Google Shape;501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502" name="Google Shape;502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3" name="Google Shape;503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6" name="Google Shape;506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b="0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0" name="Google Shape;510;p8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12" name="Google Shape;51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5" name="Google Shape;515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16" name="Google Shape;516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24" name="Google Shape;524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25" name="Google Shape;525;p9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6" name="Google Shape;526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31" name="Google Shape;531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3" name="Google Shape;533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4" name="Google Shape;534;p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36" name="Google Shape;53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8" name="Google Shape;538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41" name="Google Shape;54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1" name="Google Shape;551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2" name="Google Shape;552;p1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3" name="Google Shape;553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58" name="Google Shape;558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60" name="Google Shape;560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1" name="Google Shape;561;p1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2" name="Google Shape;562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63" name="Google Shape;56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6" name="Google Shape;566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67" name="Google Shape;567;p10"/>
            <p:cNvSpPr/>
            <p:nvPr/>
          </p:nvSpPr>
          <p:spPr>
            <a:xfrm>
              <a:off x="2404255" y="0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0"/>
            <p:cNvSpPr/>
            <p:nvPr/>
          </p:nvSpPr>
          <p:spPr>
            <a:xfrm>
              <a:off x="1918711" y="1004597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2" name="Google Shape;582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83" name="Google Shape;583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4" name="Google Shape;584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" name="Google Shape;586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8" name="Google Shape;588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589" name="Google Shape;589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91" name="Google Shape;591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2" name="Google Shape;592;p1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94" name="Google Shape;594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5" name="Google Shape;595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s://i.imgur.com/NV7jQ0X.png" id="596" name="Google Shape;59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5" name="Google Shape;605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06" name="Google Shape;606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7" name="Google Shape;607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12" name="Google Shape;612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4" name="Google Shape;614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5" name="Google Shape;615;p1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6" name="Google Shape;616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17" name="Google Shape;61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9" name="Google Shape;6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8" name="Google Shape;628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29" name="Google Shape;629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0" name="Google Shape;630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35" name="Google Shape;635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b="1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7" name="Google Shape;637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38" name="Google Shape;638;p13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9" name="Google Shape;639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40" name="Google Shape;640;p13"/>
            <p:cNvSpPr/>
            <p:nvPr/>
          </p:nvSpPr>
          <p:spPr>
            <a:xfrm>
              <a:off x="541890" y="2074230"/>
              <a:ext cx="11218265" cy="4263070"/>
            </a:xfrm>
            <a:custGeom>
              <a:rect b="b" l="l" r="r" t="t"/>
              <a:pathLst>
                <a:path extrusionOk="0" h="4167182" w="7434265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41" name="Google Shape;641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42" name="Google Shape;642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rect b="b" l="l" r="r" t="t"/>
                <a:pathLst>
                  <a:path extrusionOk="0" h="488280" w="419805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4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rect b="b" l="l" r="r" t="t"/>
                <a:pathLst>
                  <a:path extrusionOk="0" h="1213444" w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4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4" name="Google Shape;644;p13"/>
            <p:cNvGrpSpPr/>
            <p:nvPr/>
          </p:nvGrpSpPr>
          <p:grpSpPr>
            <a:xfrm>
              <a:off x="912084" y="5964402"/>
              <a:ext cx="8282388" cy="167173"/>
              <a:chOff x="912084" y="5964402"/>
              <a:chExt cx="8282388" cy="167173"/>
            </a:xfrm>
          </p:grpSpPr>
          <p:sp>
            <p:nvSpPr>
              <p:cNvPr id="645" name="Google Shape;645;p13"/>
              <p:cNvSpPr/>
              <p:nvPr/>
            </p:nvSpPr>
            <p:spPr>
              <a:xfrm>
                <a:off x="912084" y="5978804"/>
                <a:ext cx="128993" cy="152771"/>
              </a:xfrm>
              <a:custGeom>
                <a:rect b="b" l="l" r="r" t="t"/>
                <a:pathLst>
                  <a:path extrusionOk="0" h="152771" w="128993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rect b="b" l="l" r="r" t="t"/>
                <a:pathLst>
                  <a:path extrusionOk="0" h="152771" w="130944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rect b="b" l="l" r="r" t="t"/>
                <a:pathLst>
                  <a:path extrusionOk="0" h="165888" w="2764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rect b="b" l="l" r="r" t="t"/>
                <a:pathLst>
                  <a:path extrusionOk="0" h="35328" w="446977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49" name="Google Shape;649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50" name="Google Shape;650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rect b="b" l="l" r="r" t="t"/>
                  <a:pathLst>
                    <a:path extrusionOk="0" h="35328" w="3012106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6941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1" name="Google Shape;651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rect b="b" l="l" r="r" t="t"/>
                  <a:pathLst>
                    <a:path extrusionOk="0" h="35328" w="476161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2941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52" name="Google Shape;652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rect b="b" l="l" r="r" t="t"/>
                <a:pathLst>
                  <a:path extrusionOk="0" h="79381" w="7938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3" name="Google Shape;653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54" name="Google Shape;654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5" name="Google Shape;655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rect b="b" l="l" r="r" t="t"/>
                  <a:pathLst>
                    <a:path extrusionOk="0" h="91269" w="30474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8" name="Google Shape;658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rect b="b" l="l" r="r" t="t"/>
                  <a:pathLst>
                    <a:path extrusionOk="0" h="101806" w="48722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9" name="Google Shape;659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rect b="b" l="l" r="r" t="t"/>
                  <a:pathLst>
                    <a:path extrusionOk="0" h="92805" w="5827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0" name="Google Shape;660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rect b="b" l="l" r="r" t="t"/>
                  <a:pathLst>
                    <a:path extrusionOk="0" h="94372" w="57016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63" name="Google Shape;663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64" name="Google Shape;664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rect b="b" l="l" r="r" t="t"/>
                <a:pathLst>
                  <a:path extrusionOk="0" h="36925" w="491583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rect b="b" l="l" r="r" t="t"/>
                <a:pathLst>
                  <a:path extrusionOk="0" h="36864" w="124447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rect b="b" l="l" r="r" t="t"/>
                <a:pathLst>
                  <a:path extrusionOk="0" h="61440" w="4608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rect b="b" l="l" r="r" t="t"/>
                <a:pathLst>
                  <a:path extrusionOk="0" h="164444" w="4608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rect b="b" l="l" r="r" t="t"/>
                <a:pathLst>
                  <a:path extrusionOk="0" h="168776" w="7088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69" name="Google Shape;669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670" name="Google Shape;670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rect b="b" l="l" r="r" t="t"/>
                  <a:pathLst>
                    <a:path extrusionOk="0" h="76784" w="28707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71" name="Google Shape;671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rect b="b" l="l" r="r" t="t"/>
                  <a:pathLst>
                    <a:path extrusionOk="0" h="10122" w="353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72" name="Google Shape;672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rect b="b" l="l" r="r" t="t"/>
                <a:pathLst>
                  <a:path extrusionOk="0" h="89963" w="91177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rect b="b" l="l" r="r" t="t"/>
                <a:pathLst>
                  <a:path extrusionOk="0" h="91423" w="89979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rect b="b" l="l" r="r" t="t"/>
                <a:pathLst>
                  <a:path extrusionOk="0" h="197115" w="197084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rect b="b" l="l" r="r" t="t"/>
                <a:pathLst>
                  <a:path extrusionOk="0" h="79381" w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676" name="Google Shape;676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77" name="Google Shape;67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9" name="Google Shape;679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14"/>
          <p:cNvPicPr preferRelativeResize="0"/>
          <p:nvPr/>
        </p:nvPicPr>
        <p:blipFill rotWithShape="1">
          <a:blip r:embed="rId4">
            <a:alphaModFix/>
          </a:blip>
          <a:srcRect b="22185" l="1" r="2095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4"/>
          <p:cNvPicPr preferRelativeResize="0"/>
          <p:nvPr/>
        </p:nvPicPr>
        <p:blipFill rotWithShape="1">
          <a:blip r:embed="rId5">
            <a:alphaModFix/>
          </a:blip>
          <a:srcRect b="0" l="0" r="51762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8" name="Google Shape;688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89" name="Google Shape;689;p1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0" name="Google Shape;690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2" name="Google Shape;692;p1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3" name="Google Shape;693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94" name="Google Shape;694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b="0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96" name="Google Shape;696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Google Shape;698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699" name="Google Shape;699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b="0" i="0" lang="ko-KR" sz="16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2" name="Google Shape;702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703" name="Google Shape;703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4" name="Google Shape;704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b="1" i="0" lang="ko-KR" sz="1800" u="none" cap="none" strike="noStrike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6" name="Google Shape;706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707" name="Google Shape;707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8" name="Google Shape;708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9" name="Google Shape;709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b="0" i="0" lang="ko-KR" sz="16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0" name="Google Shape;710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711" name="Google Shape;711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3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2" name="Google Shape;712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i="0" lang="ko-KR" sz="1800" u="none" cap="none" strike="noStrike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i="0" sz="1800" u="none" cap="none" strike="noStrike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5" name="Google Shape;715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6" name="Google Shape;7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7" name="Google Shape;717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718" name="Google Shape;718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2023-12-20T03:00:25Z</dcterms:created>
  <dc:creator>김준영</dc:creator>
</cp:coreProperties>
</file>